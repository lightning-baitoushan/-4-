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Mi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e9f922a5cb70e5b5d4c8e0423de57dcea597fd9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39" r="139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Shape 2"/>
          <p:cNvSpPr/>
          <p:nvPr/>
        </p:nvSpPr>
        <p:spPr>
          <a:xfrm>
            <a:off x="490538" y="514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43815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+ ARDUINO UNO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6286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电气工程实践基础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57532" y="43815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2025-2026学年第一学期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67057" y="628650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结题答辩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1219200"/>
            <a:ext cx="3162300" cy="352425"/>
          </a:xfrm>
          <a:custGeom>
            <a:avLst/>
            <a:gdLst/>
            <a:ahLst/>
            <a:cxnLst/>
            <a:rect l="l" t="t" r="r" b="b"/>
            <a:pathLst>
              <a:path w="3162300" h="352425">
                <a:moveTo>
                  <a:pt x="76201" y="0"/>
                </a:moveTo>
                <a:lnTo>
                  <a:pt x="3086099" y="0"/>
                </a:lnTo>
                <a:cubicBezTo>
                  <a:pt x="3128184" y="0"/>
                  <a:pt x="3162300" y="34116"/>
                  <a:pt x="3162300" y="76201"/>
                </a:cubicBezTo>
                <a:lnTo>
                  <a:pt x="3162300" y="276224"/>
                </a:lnTo>
                <a:cubicBezTo>
                  <a:pt x="3162300" y="318309"/>
                  <a:pt x="3128184" y="352425"/>
                  <a:pt x="308609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925" y="1300163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 FUSION CONTROL SYSTEM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1804988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基于多模态融合的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4自由度机械臂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智能控制系统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000" y="41005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E8B7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4" name="Text 11"/>
          <p:cNvSpPr/>
          <p:nvPr/>
        </p:nvSpPr>
        <p:spPr>
          <a:xfrm>
            <a:off x="381000" y="4367213"/>
            <a:ext cx="6496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手势识别 + 语音控制 + Arduino驱动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无接触式智能仿生机械臂解决方案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5763" y="5510213"/>
            <a:ext cx="3648075" cy="962025"/>
          </a:xfrm>
          <a:custGeom>
            <a:avLst/>
            <a:gdLst/>
            <a:ahLst/>
            <a:cxnLst/>
            <a:rect l="l" t="t" r="r" b="b"/>
            <a:pathLst>
              <a:path w="3648075" h="962025">
                <a:moveTo>
                  <a:pt x="76202" y="0"/>
                </a:moveTo>
                <a:lnTo>
                  <a:pt x="3571873" y="0"/>
                </a:lnTo>
                <a:cubicBezTo>
                  <a:pt x="3613930" y="0"/>
                  <a:pt x="3648075" y="34145"/>
                  <a:pt x="3648075" y="76202"/>
                </a:cubicBezTo>
                <a:lnTo>
                  <a:pt x="3648075" y="885823"/>
                </a:lnTo>
                <a:cubicBezTo>
                  <a:pt x="3648075" y="927880"/>
                  <a:pt x="3613930" y="962025"/>
                  <a:pt x="35718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5306" y="56769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4"/>
          <p:cNvSpPr/>
          <p:nvPr/>
        </p:nvSpPr>
        <p:spPr>
          <a:xfrm>
            <a:off x="871538" y="56673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团队信息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2925" y="5934075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电气2501班D组第二小组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2925" y="6162675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胡越 · 饶大联 · 熊子恒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71963" y="5510213"/>
            <a:ext cx="3648075" cy="962025"/>
          </a:xfrm>
          <a:custGeom>
            <a:avLst/>
            <a:gdLst/>
            <a:ahLst/>
            <a:cxnLst/>
            <a:rect l="l" t="t" r="r" b="b"/>
            <a:pathLst>
              <a:path w="3648075" h="962025">
                <a:moveTo>
                  <a:pt x="76202" y="0"/>
                </a:moveTo>
                <a:lnTo>
                  <a:pt x="3571873" y="0"/>
                </a:lnTo>
                <a:cubicBezTo>
                  <a:pt x="3613930" y="0"/>
                  <a:pt x="3648075" y="34145"/>
                  <a:pt x="3648075" y="76202"/>
                </a:cubicBezTo>
                <a:lnTo>
                  <a:pt x="3648075" y="885823"/>
                </a:lnTo>
                <a:cubicBezTo>
                  <a:pt x="3648075" y="927880"/>
                  <a:pt x="3613930" y="962025"/>
                  <a:pt x="35718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1506" y="56769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19"/>
          <p:cNvSpPr/>
          <p:nvPr/>
        </p:nvSpPr>
        <p:spPr>
          <a:xfrm>
            <a:off x="4757738" y="56673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指导老师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29125" y="5934075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尹仕 教授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29125" y="6162675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华中科技大学电气学院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58163" y="5510213"/>
            <a:ext cx="3648075" cy="962025"/>
          </a:xfrm>
          <a:custGeom>
            <a:avLst/>
            <a:gdLst/>
            <a:ahLst/>
            <a:cxnLst/>
            <a:rect l="l" t="t" r="r" b="b"/>
            <a:pathLst>
              <a:path w="3648075" h="962025">
                <a:moveTo>
                  <a:pt x="76202" y="0"/>
                </a:moveTo>
                <a:lnTo>
                  <a:pt x="3571873" y="0"/>
                </a:lnTo>
                <a:cubicBezTo>
                  <a:pt x="3613930" y="0"/>
                  <a:pt x="3648075" y="34145"/>
                  <a:pt x="3648075" y="76202"/>
                </a:cubicBezTo>
                <a:lnTo>
                  <a:pt x="3648075" y="885823"/>
                </a:lnTo>
                <a:cubicBezTo>
                  <a:pt x="3648075" y="927880"/>
                  <a:pt x="3613930" y="962025"/>
                  <a:pt x="35718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49853" y="56769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4"/>
          <p:cNvSpPr/>
          <p:nvPr/>
        </p:nvSpPr>
        <p:spPr>
          <a:xfrm>
            <a:off x="8643938" y="56673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答辩日期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15325" y="5934075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2026年2月25日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15325" y="6162675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电工电子工程基础I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587" y="561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554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5657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价值钩子——我们解决了什么问题？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47763"/>
            <a:ext cx="5629275" cy="5324475"/>
          </a:xfrm>
          <a:custGeom>
            <a:avLst/>
            <a:gdLst/>
            <a:ahLst/>
            <a:cxnLst/>
            <a:rect l="l" t="t" r="r" b="b"/>
            <a:pathLst>
              <a:path w="5629275" h="5324475">
                <a:moveTo>
                  <a:pt x="114316" y="0"/>
                </a:moveTo>
                <a:lnTo>
                  <a:pt x="5514959" y="0"/>
                </a:lnTo>
                <a:cubicBezTo>
                  <a:pt x="5578094" y="0"/>
                  <a:pt x="5629275" y="51181"/>
                  <a:pt x="5629275" y="114316"/>
                </a:cubicBezTo>
                <a:lnTo>
                  <a:pt x="5629275" y="5210159"/>
                </a:lnTo>
                <a:cubicBezTo>
                  <a:pt x="5629275" y="5273294"/>
                  <a:pt x="5578094" y="5324475"/>
                  <a:pt x="5514959" y="5324475"/>
                </a:cubicBezTo>
                <a:lnTo>
                  <a:pt x="114316" y="5324475"/>
                </a:lnTo>
                <a:cubicBezTo>
                  <a:pt x="51181" y="5324475"/>
                  <a:pt x="0" y="5273294"/>
                  <a:pt x="0" y="5210159"/>
                </a:cubicBezTo>
                <a:lnTo>
                  <a:pt x="0" y="114316"/>
                </a:lnTo>
                <a:cubicBezTo>
                  <a:pt x="0" y="51181"/>
                  <a:pt x="51181" y="0"/>
                  <a:pt x="11431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34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4192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场景痛点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1952625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38100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0075" y="19526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475" y="2105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9525"/>
                </a:moveTo>
                <a:cubicBezTo>
                  <a:pt x="85725" y="4256"/>
                  <a:pt x="81469" y="0"/>
                  <a:pt x="76200" y="0"/>
                </a:cubicBezTo>
                <a:cubicBezTo>
                  <a:pt x="70931" y="0"/>
                  <a:pt x="66675" y="4256"/>
                  <a:pt x="66675" y="9525"/>
                </a:cubicBezTo>
                <a:lnTo>
                  <a:pt x="66675" y="71438"/>
                </a:lnTo>
                <a:cubicBezTo>
                  <a:pt x="66675" y="74057"/>
                  <a:pt x="64532" y="76200"/>
                  <a:pt x="61912" y="76200"/>
                </a:cubicBezTo>
                <a:cubicBezTo>
                  <a:pt x="59293" y="76200"/>
                  <a:pt x="57150" y="74057"/>
                  <a:pt x="57150" y="71438"/>
                </a:cubicBezTo>
                <a:lnTo>
                  <a:pt x="57150" y="19050"/>
                </a:lnTo>
                <a:cubicBezTo>
                  <a:pt x="57150" y="13781"/>
                  <a:pt x="52894" y="9525"/>
                  <a:pt x="47625" y="9525"/>
                </a:cubicBezTo>
                <a:cubicBezTo>
                  <a:pt x="42356" y="9525"/>
                  <a:pt x="38100" y="13781"/>
                  <a:pt x="38100" y="19050"/>
                </a:cubicBezTo>
                <a:lnTo>
                  <a:pt x="38100" y="100013"/>
                </a:lnTo>
                <a:cubicBezTo>
                  <a:pt x="38100" y="100459"/>
                  <a:pt x="38100" y="100935"/>
                  <a:pt x="38130" y="101382"/>
                </a:cubicBezTo>
                <a:lnTo>
                  <a:pt x="20122" y="84237"/>
                </a:lnTo>
                <a:cubicBezTo>
                  <a:pt x="15359" y="79712"/>
                  <a:pt x="7828" y="79891"/>
                  <a:pt x="3274" y="84653"/>
                </a:cubicBezTo>
                <a:cubicBezTo>
                  <a:pt x="-1280" y="89416"/>
                  <a:pt x="-1072" y="96947"/>
                  <a:pt x="3691" y="101501"/>
                </a:cubicBezTo>
                <a:lnTo>
                  <a:pt x="37148" y="133350"/>
                </a:lnTo>
                <a:cubicBezTo>
                  <a:pt x="49976" y="145584"/>
                  <a:pt x="67032" y="152400"/>
                  <a:pt x="84773" y="152400"/>
                </a:cubicBezTo>
                <a:lnTo>
                  <a:pt x="90488" y="152400"/>
                </a:lnTo>
                <a:cubicBezTo>
                  <a:pt x="119420" y="152400"/>
                  <a:pt x="142875" y="128945"/>
                  <a:pt x="142875" y="100013"/>
                </a:cubicBezTo>
                <a:lnTo>
                  <a:pt x="142875" y="38100"/>
                </a:lnTo>
                <a:cubicBezTo>
                  <a:pt x="142875" y="32831"/>
                  <a:pt x="138619" y="28575"/>
                  <a:pt x="133350" y="28575"/>
                </a:cubicBezTo>
                <a:cubicBezTo>
                  <a:pt x="128081" y="28575"/>
                  <a:pt x="123825" y="32831"/>
                  <a:pt x="123825" y="38100"/>
                </a:cubicBezTo>
                <a:lnTo>
                  <a:pt x="123825" y="71438"/>
                </a:lnTo>
                <a:cubicBezTo>
                  <a:pt x="123825" y="74057"/>
                  <a:pt x="121682" y="76200"/>
                  <a:pt x="119062" y="76200"/>
                </a:cubicBezTo>
                <a:cubicBezTo>
                  <a:pt x="116443" y="76200"/>
                  <a:pt x="114300" y="74057"/>
                  <a:pt x="114300" y="71438"/>
                </a:cubicBezTo>
                <a:lnTo>
                  <a:pt x="114300" y="19050"/>
                </a:lnTo>
                <a:cubicBezTo>
                  <a:pt x="114300" y="13781"/>
                  <a:pt x="110044" y="9525"/>
                  <a:pt x="104775" y="9525"/>
                </a:cubicBezTo>
                <a:cubicBezTo>
                  <a:pt x="99506" y="9525"/>
                  <a:pt x="95250" y="13781"/>
                  <a:pt x="95250" y="19050"/>
                </a:cubicBezTo>
                <a:lnTo>
                  <a:pt x="95250" y="71438"/>
                </a:lnTo>
                <a:cubicBezTo>
                  <a:pt x="95250" y="74057"/>
                  <a:pt x="93107" y="76200"/>
                  <a:pt x="90488" y="76200"/>
                </a:cubicBezTo>
                <a:cubicBezTo>
                  <a:pt x="87868" y="76200"/>
                  <a:pt x="85725" y="74057"/>
                  <a:pt x="85725" y="71438"/>
                </a:cubicBezTo>
                <a:lnTo>
                  <a:pt x="85725" y="952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" y="2066925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交互侵入性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8225" y="2295525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传统数据手套需穿戴</a:t>
            </a:r>
            <a:pPr>
              <a:lnSpc>
                <a:spcPct val="14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约60秒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，影响操作灵活性，在高危场景中可能造成交叉污染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2709863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38100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0075" y="2709863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050" y="286226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225" y="2824163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成本与维护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8225" y="3052763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弯曲传感器和IMU模块价格高昂，杜邦线易接触不良，系统鲁棒性差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467100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38100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0075" y="34671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2" name="Shape 20"/>
          <p:cNvSpPr/>
          <p:nvPr/>
        </p:nvSpPr>
        <p:spPr>
          <a:xfrm>
            <a:off x="752475" y="3619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5426" y="863"/>
                </a:moveTo>
                <a:cubicBezTo>
                  <a:pt x="74176" y="298"/>
                  <a:pt x="72836" y="0"/>
                  <a:pt x="71438" y="0"/>
                </a:cubicBezTo>
                <a:cubicBezTo>
                  <a:pt x="70039" y="0"/>
                  <a:pt x="68699" y="298"/>
                  <a:pt x="67449" y="863"/>
                </a:cubicBezTo>
                <a:lnTo>
                  <a:pt x="11400" y="24646"/>
                </a:lnTo>
                <a:cubicBezTo>
                  <a:pt x="4852" y="27414"/>
                  <a:pt x="-30" y="33873"/>
                  <a:pt x="0" y="41672"/>
                </a:cubicBezTo>
                <a:cubicBezTo>
                  <a:pt x="149" y="71199"/>
                  <a:pt x="12293" y="125224"/>
                  <a:pt x="63579" y="149781"/>
                </a:cubicBezTo>
                <a:cubicBezTo>
                  <a:pt x="68550" y="152162"/>
                  <a:pt x="74325" y="152162"/>
                  <a:pt x="79296" y="149781"/>
                </a:cubicBezTo>
                <a:cubicBezTo>
                  <a:pt x="130612" y="125224"/>
                  <a:pt x="142756" y="71199"/>
                  <a:pt x="142875" y="41672"/>
                </a:cubicBezTo>
                <a:cubicBezTo>
                  <a:pt x="142905" y="33873"/>
                  <a:pt x="138023" y="27414"/>
                  <a:pt x="131475" y="24646"/>
                </a:cubicBezTo>
                <a:lnTo>
                  <a:pt x="75426" y="863"/>
                </a:lnTo>
                <a:close/>
                <a:moveTo>
                  <a:pt x="71438" y="38100"/>
                </a:moveTo>
                <a:cubicBezTo>
                  <a:pt x="75396" y="38100"/>
                  <a:pt x="78581" y="41285"/>
                  <a:pt x="78581" y="45244"/>
                </a:cubicBezTo>
                <a:cubicBezTo>
                  <a:pt x="78581" y="52060"/>
                  <a:pt x="86826" y="55483"/>
                  <a:pt x="91648" y="50661"/>
                </a:cubicBezTo>
                <a:cubicBezTo>
                  <a:pt x="94446" y="47863"/>
                  <a:pt x="98971" y="47863"/>
                  <a:pt x="101739" y="50661"/>
                </a:cubicBezTo>
                <a:cubicBezTo>
                  <a:pt x="104507" y="53459"/>
                  <a:pt x="104537" y="57983"/>
                  <a:pt x="101739" y="60752"/>
                </a:cubicBezTo>
                <a:cubicBezTo>
                  <a:pt x="96917" y="65574"/>
                  <a:pt x="100340" y="73819"/>
                  <a:pt x="107156" y="73819"/>
                </a:cubicBezTo>
                <a:cubicBezTo>
                  <a:pt x="111115" y="73819"/>
                  <a:pt x="114300" y="77004"/>
                  <a:pt x="114300" y="80962"/>
                </a:cubicBezTo>
                <a:cubicBezTo>
                  <a:pt x="114300" y="84921"/>
                  <a:pt x="111115" y="88106"/>
                  <a:pt x="107156" y="88106"/>
                </a:cubicBezTo>
                <a:cubicBezTo>
                  <a:pt x="100340" y="88106"/>
                  <a:pt x="96917" y="96351"/>
                  <a:pt x="101739" y="101173"/>
                </a:cubicBezTo>
                <a:cubicBezTo>
                  <a:pt x="104537" y="103971"/>
                  <a:pt x="104537" y="108496"/>
                  <a:pt x="101739" y="111264"/>
                </a:cubicBezTo>
                <a:cubicBezTo>
                  <a:pt x="98941" y="114032"/>
                  <a:pt x="94417" y="114062"/>
                  <a:pt x="91648" y="111264"/>
                </a:cubicBezTo>
                <a:cubicBezTo>
                  <a:pt x="86826" y="106442"/>
                  <a:pt x="78581" y="109865"/>
                  <a:pt x="78581" y="116681"/>
                </a:cubicBezTo>
                <a:cubicBezTo>
                  <a:pt x="78581" y="120640"/>
                  <a:pt x="75396" y="123825"/>
                  <a:pt x="71438" y="123825"/>
                </a:cubicBezTo>
                <a:cubicBezTo>
                  <a:pt x="67479" y="123825"/>
                  <a:pt x="64294" y="120640"/>
                  <a:pt x="64294" y="116681"/>
                </a:cubicBezTo>
                <a:cubicBezTo>
                  <a:pt x="64294" y="109865"/>
                  <a:pt x="56049" y="106442"/>
                  <a:pt x="51227" y="111264"/>
                </a:cubicBezTo>
                <a:cubicBezTo>
                  <a:pt x="48429" y="114062"/>
                  <a:pt x="43904" y="114062"/>
                  <a:pt x="41136" y="111264"/>
                </a:cubicBezTo>
                <a:cubicBezTo>
                  <a:pt x="38368" y="108466"/>
                  <a:pt x="38338" y="103942"/>
                  <a:pt x="41136" y="101173"/>
                </a:cubicBezTo>
                <a:cubicBezTo>
                  <a:pt x="45958" y="96351"/>
                  <a:pt x="42535" y="88106"/>
                  <a:pt x="35719" y="88106"/>
                </a:cubicBezTo>
                <a:cubicBezTo>
                  <a:pt x="31760" y="88106"/>
                  <a:pt x="28575" y="84921"/>
                  <a:pt x="28575" y="80962"/>
                </a:cubicBezTo>
                <a:cubicBezTo>
                  <a:pt x="28575" y="77004"/>
                  <a:pt x="31760" y="73819"/>
                  <a:pt x="35719" y="73819"/>
                </a:cubicBezTo>
                <a:cubicBezTo>
                  <a:pt x="42535" y="73819"/>
                  <a:pt x="45958" y="65574"/>
                  <a:pt x="41136" y="60752"/>
                </a:cubicBezTo>
                <a:cubicBezTo>
                  <a:pt x="38338" y="57954"/>
                  <a:pt x="38338" y="53429"/>
                  <a:pt x="41136" y="50661"/>
                </a:cubicBezTo>
                <a:cubicBezTo>
                  <a:pt x="43934" y="47893"/>
                  <a:pt x="48458" y="47863"/>
                  <a:pt x="51227" y="50661"/>
                </a:cubicBezTo>
                <a:cubicBezTo>
                  <a:pt x="56049" y="55483"/>
                  <a:pt x="64294" y="52060"/>
                  <a:pt x="64294" y="45244"/>
                </a:cubicBezTo>
                <a:cubicBezTo>
                  <a:pt x="64294" y="41285"/>
                  <a:pt x="67479" y="38100"/>
                  <a:pt x="71438" y="38100"/>
                </a:cubicBezTo>
                <a:close/>
                <a:moveTo>
                  <a:pt x="61912" y="78581"/>
                </a:moveTo>
                <a:cubicBezTo>
                  <a:pt x="65855" y="78581"/>
                  <a:pt x="69056" y="75380"/>
                  <a:pt x="69056" y="71438"/>
                </a:cubicBezTo>
                <a:cubicBezTo>
                  <a:pt x="69056" y="67495"/>
                  <a:pt x="65855" y="64294"/>
                  <a:pt x="61912" y="64294"/>
                </a:cubicBezTo>
                <a:cubicBezTo>
                  <a:pt x="57970" y="64294"/>
                  <a:pt x="54769" y="67495"/>
                  <a:pt x="54769" y="71438"/>
                </a:cubicBezTo>
                <a:cubicBezTo>
                  <a:pt x="54769" y="75380"/>
                  <a:pt x="57970" y="78581"/>
                  <a:pt x="61912" y="78581"/>
                </a:cubicBezTo>
                <a:close/>
                <a:moveTo>
                  <a:pt x="88106" y="90488"/>
                </a:moveTo>
                <a:cubicBezTo>
                  <a:pt x="88106" y="86545"/>
                  <a:pt x="84905" y="83344"/>
                  <a:pt x="80962" y="83344"/>
                </a:cubicBezTo>
                <a:cubicBezTo>
                  <a:pt x="77020" y="83344"/>
                  <a:pt x="73819" y="86545"/>
                  <a:pt x="73819" y="90488"/>
                </a:cubicBezTo>
                <a:cubicBezTo>
                  <a:pt x="73819" y="94430"/>
                  <a:pt x="77020" y="97631"/>
                  <a:pt x="80962" y="97631"/>
                </a:cubicBezTo>
                <a:cubicBezTo>
                  <a:pt x="84905" y="97631"/>
                  <a:pt x="88106" y="94430"/>
                  <a:pt x="88106" y="9048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3" name="Text 21"/>
          <p:cNvSpPr/>
          <p:nvPr/>
        </p:nvSpPr>
        <p:spPr>
          <a:xfrm>
            <a:off x="1038225" y="3581400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安全隐患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8225" y="38100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在化学实验、传染病房等场景中，手套可能沾染有害物质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589597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5325" y="6010275"/>
            <a:ext cx="506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"传统方案要求操作员穿戴笨重手套，存在交互侵入性和安全隐患"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963" y="1147763"/>
            <a:ext cx="5629275" cy="3743325"/>
          </a:xfrm>
          <a:custGeom>
            <a:avLst/>
            <a:gdLst/>
            <a:ahLst/>
            <a:cxnLst/>
            <a:rect l="l" t="t" r="r" b="b"/>
            <a:pathLst>
              <a:path w="5629275" h="3743325">
                <a:moveTo>
                  <a:pt x="114284" y="0"/>
                </a:moveTo>
                <a:lnTo>
                  <a:pt x="5514991" y="0"/>
                </a:lnTo>
                <a:cubicBezTo>
                  <a:pt x="5578108" y="0"/>
                  <a:pt x="5629275" y="51167"/>
                  <a:pt x="5629275" y="114284"/>
                </a:cubicBezTo>
                <a:lnTo>
                  <a:pt x="5629275" y="3629041"/>
                </a:lnTo>
                <a:cubicBezTo>
                  <a:pt x="5629275" y="3692158"/>
                  <a:pt x="5578108" y="3743325"/>
                  <a:pt x="55149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2225" y="134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055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3725" y="1419225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我们的答案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2225" y="2581275"/>
            <a:ext cx="5238750" cy="1371600"/>
          </a:xfrm>
          <a:custGeom>
            <a:avLst/>
            <a:gdLst/>
            <a:ahLst/>
            <a:cxnLst/>
            <a:rect l="l" t="t" r="r" b="b"/>
            <a:pathLst>
              <a:path w="5238750" h="1371600">
                <a:moveTo>
                  <a:pt x="76206" y="0"/>
                </a:moveTo>
                <a:lnTo>
                  <a:pt x="5162544" y="0"/>
                </a:lnTo>
                <a:cubicBezTo>
                  <a:pt x="5204631" y="0"/>
                  <a:pt x="5238750" y="34119"/>
                  <a:pt x="5238750" y="76206"/>
                </a:cubicBezTo>
                <a:lnTo>
                  <a:pt x="5238750" y="1295394"/>
                </a:lnTo>
                <a:cubicBezTo>
                  <a:pt x="5238750" y="1337481"/>
                  <a:pt x="5204631" y="1371600"/>
                  <a:pt x="51625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24625" y="2733675"/>
            <a:ext cx="5010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开发基于AI的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无接触式智能仿生机械臂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，通过普通摄像头+麦克风实现手势+语音多模态控制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24625" y="3343275"/>
            <a:ext cx="2409825" cy="457200"/>
          </a:xfrm>
          <a:custGeom>
            <a:avLst/>
            <a:gdLst/>
            <a:ahLst/>
            <a:cxnLst/>
            <a:rect l="l" t="t" r="r" b="b"/>
            <a:pathLst>
              <a:path w="2409825" h="457200">
                <a:moveTo>
                  <a:pt x="76202" y="0"/>
                </a:moveTo>
                <a:lnTo>
                  <a:pt x="2333623" y="0"/>
                </a:lnTo>
                <a:cubicBezTo>
                  <a:pt x="2375708" y="0"/>
                  <a:pt x="2409825" y="34117"/>
                  <a:pt x="2409825" y="76202"/>
                </a:cubicBezTo>
                <a:lnTo>
                  <a:pt x="2409825" y="380998"/>
                </a:lnTo>
                <a:cubicBezTo>
                  <a:pt x="2409825" y="423083"/>
                  <a:pt x="2375708" y="457200"/>
                  <a:pt x="23336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10350" y="34956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867525" y="341947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MediaPipe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67525" y="3571875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手势识别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8750" y="3343275"/>
            <a:ext cx="2409825" cy="457200"/>
          </a:xfrm>
          <a:custGeom>
            <a:avLst/>
            <a:gdLst/>
            <a:ahLst/>
            <a:cxnLst/>
            <a:rect l="l" t="t" r="r" b="b"/>
            <a:pathLst>
              <a:path w="2409825" h="457200">
                <a:moveTo>
                  <a:pt x="76202" y="0"/>
                </a:moveTo>
                <a:lnTo>
                  <a:pt x="2333623" y="0"/>
                </a:lnTo>
                <a:cubicBezTo>
                  <a:pt x="2375708" y="0"/>
                  <a:pt x="2409825" y="34117"/>
                  <a:pt x="2409825" y="76202"/>
                </a:cubicBezTo>
                <a:lnTo>
                  <a:pt x="2409825" y="380998"/>
                </a:lnTo>
                <a:cubicBezTo>
                  <a:pt x="2409825" y="423083"/>
                  <a:pt x="2375708" y="457200"/>
                  <a:pt x="23336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163050" y="3495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0"/>
                </a:moveTo>
                <a:cubicBezTo>
                  <a:pt x="41374" y="0"/>
                  <a:pt x="28575" y="12799"/>
                  <a:pt x="28575" y="28575"/>
                </a:cubicBezTo>
                <a:lnTo>
                  <a:pt x="28575" y="66675"/>
                </a:lnTo>
                <a:cubicBezTo>
                  <a:pt x="28575" y="82451"/>
                  <a:pt x="41374" y="95250"/>
                  <a:pt x="57150" y="95250"/>
                </a:cubicBezTo>
                <a:cubicBezTo>
                  <a:pt x="72926" y="95250"/>
                  <a:pt x="85725" y="82451"/>
                  <a:pt x="85725" y="66675"/>
                </a:cubicBezTo>
                <a:lnTo>
                  <a:pt x="85725" y="28575"/>
                </a:lnTo>
                <a:cubicBezTo>
                  <a:pt x="85725" y="12799"/>
                  <a:pt x="72926" y="0"/>
                  <a:pt x="57150" y="0"/>
                </a:cubicBezTo>
                <a:close/>
                <a:moveTo>
                  <a:pt x="14288" y="54769"/>
                </a:moveTo>
                <a:cubicBezTo>
                  <a:pt x="14288" y="50810"/>
                  <a:pt x="11103" y="47625"/>
                  <a:pt x="7144" y="47625"/>
                </a:cubicBezTo>
                <a:cubicBezTo>
                  <a:pt x="3185" y="47625"/>
                  <a:pt x="0" y="50810"/>
                  <a:pt x="0" y="54769"/>
                </a:cubicBezTo>
                <a:lnTo>
                  <a:pt x="0" y="66675"/>
                </a:lnTo>
                <a:cubicBezTo>
                  <a:pt x="0" y="95816"/>
                  <a:pt x="21818" y="119866"/>
                  <a:pt x="50006" y="123379"/>
                </a:cubicBezTo>
                <a:lnTo>
                  <a:pt x="50006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78581" y="152400"/>
                </a:lnTo>
                <a:cubicBezTo>
                  <a:pt x="82540" y="152400"/>
                  <a:pt x="85725" y="149215"/>
                  <a:pt x="85725" y="145256"/>
                </a:cubicBezTo>
                <a:cubicBezTo>
                  <a:pt x="85725" y="141297"/>
                  <a:pt x="82540" y="138113"/>
                  <a:pt x="78581" y="138113"/>
                </a:cubicBezTo>
                <a:lnTo>
                  <a:pt x="64294" y="138113"/>
                </a:lnTo>
                <a:lnTo>
                  <a:pt x="64294" y="123379"/>
                </a:lnTo>
                <a:cubicBezTo>
                  <a:pt x="92482" y="119866"/>
                  <a:pt x="114300" y="95816"/>
                  <a:pt x="114300" y="66675"/>
                </a:cubicBezTo>
                <a:lnTo>
                  <a:pt x="114300" y="54769"/>
                </a:lnTo>
                <a:cubicBezTo>
                  <a:pt x="114300" y="50810"/>
                  <a:pt x="111115" y="47625"/>
                  <a:pt x="107156" y="47625"/>
                </a:cubicBezTo>
                <a:cubicBezTo>
                  <a:pt x="103197" y="47625"/>
                  <a:pt x="100013" y="50810"/>
                  <a:pt x="100013" y="54769"/>
                </a:cubicBezTo>
                <a:lnTo>
                  <a:pt x="100013" y="66675"/>
                </a:lnTo>
                <a:cubicBezTo>
                  <a:pt x="100013" y="90339"/>
                  <a:pt x="80814" y="109537"/>
                  <a:pt x="57150" y="109537"/>
                </a:cubicBezTo>
                <a:cubicBezTo>
                  <a:pt x="33486" y="109537"/>
                  <a:pt x="14288" y="90339"/>
                  <a:pt x="14288" y="66675"/>
                </a:cubicBezTo>
                <a:lnTo>
                  <a:pt x="14288" y="5476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9391650" y="3419475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Vosk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91650" y="3571875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6963" y="5014913"/>
            <a:ext cx="5629275" cy="1457325"/>
          </a:xfrm>
          <a:custGeom>
            <a:avLst/>
            <a:gdLst/>
            <a:ahLst/>
            <a:cxnLst/>
            <a:rect l="l" t="t" r="r" b="b"/>
            <a:pathLst>
              <a:path w="5629275" h="1457325">
                <a:moveTo>
                  <a:pt x="114298" y="0"/>
                </a:moveTo>
                <a:lnTo>
                  <a:pt x="5514977" y="0"/>
                </a:lnTo>
                <a:cubicBezTo>
                  <a:pt x="5578060" y="0"/>
                  <a:pt x="5629275" y="51215"/>
                  <a:pt x="5629275" y="114298"/>
                </a:cubicBezTo>
                <a:lnTo>
                  <a:pt x="5629275" y="1343027"/>
                </a:lnTo>
                <a:cubicBezTo>
                  <a:pt x="5629275" y="1406110"/>
                  <a:pt x="5578060" y="1457325"/>
                  <a:pt x="551497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7938" y="521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Text 41"/>
          <p:cNvSpPr/>
          <p:nvPr/>
        </p:nvSpPr>
        <p:spPr>
          <a:xfrm>
            <a:off x="6686550" y="51720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125" y="5553075"/>
            <a:ext cx="1695450" cy="762000"/>
          </a:xfrm>
          <a:custGeom>
            <a:avLst/>
            <a:gdLst/>
            <a:ahLst/>
            <a:cxnLst/>
            <a:rect l="l" t="t" r="r" b="b"/>
            <a:pathLst>
              <a:path w="1695450" h="762000">
                <a:moveTo>
                  <a:pt x="76200" y="0"/>
                </a:moveTo>
                <a:lnTo>
                  <a:pt x="1619250" y="0"/>
                </a:lnTo>
                <a:cubicBezTo>
                  <a:pt x="1661306" y="0"/>
                  <a:pt x="1695450" y="34144"/>
                  <a:pt x="1695450" y="76200"/>
                </a:cubicBezTo>
                <a:lnTo>
                  <a:pt x="1695450" y="685800"/>
                </a:lnTo>
                <a:cubicBezTo>
                  <a:pt x="1695450" y="727856"/>
                  <a:pt x="1661306" y="762000"/>
                  <a:pt x="16192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76988" y="5667375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19850" y="604837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系统响应延迟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43875" y="5553075"/>
            <a:ext cx="1695450" cy="762000"/>
          </a:xfrm>
          <a:custGeom>
            <a:avLst/>
            <a:gdLst/>
            <a:ahLst/>
            <a:cxnLst/>
            <a:rect l="l" t="t" r="r" b="b"/>
            <a:pathLst>
              <a:path w="1695450" h="762000">
                <a:moveTo>
                  <a:pt x="76200" y="0"/>
                </a:moveTo>
                <a:lnTo>
                  <a:pt x="1619250" y="0"/>
                </a:lnTo>
                <a:cubicBezTo>
                  <a:pt x="1661306" y="0"/>
                  <a:pt x="1695450" y="34144"/>
                  <a:pt x="1695450" y="76200"/>
                </a:cubicBezTo>
                <a:lnTo>
                  <a:pt x="1695450" y="685800"/>
                </a:lnTo>
                <a:cubicBezTo>
                  <a:pt x="1695450" y="727856"/>
                  <a:pt x="1661306" y="762000"/>
                  <a:pt x="16192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186738" y="5667375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-40%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29600" y="604837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硬件成本降低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953625" y="5553075"/>
            <a:ext cx="1695450" cy="762000"/>
          </a:xfrm>
          <a:custGeom>
            <a:avLst/>
            <a:gdLst/>
            <a:ahLst/>
            <a:cxnLst/>
            <a:rect l="l" t="t" r="r" b="b"/>
            <a:pathLst>
              <a:path w="1695450" h="762000">
                <a:moveTo>
                  <a:pt x="76200" y="0"/>
                </a:moveTo>
                <a:lnTo>
                  <a:pt x="1619250" y="0"/>
                </a:lnTo>
                <a:cubicBezTo>
                  <a:pt x="1661306" y="0"/>
                  <a:pt x="1695450" y="34144"/>
                  <a:pt x="1695450" y="76200"/>
                </a:cubicBezTo>
                <a:lnTo>
                  <a:pt x="1695450" y="685800"/>
                </a:lnTo>
                <a:cubicBezTo>
                  <a:pt x="1695450" y="727856"/>
                  <a:pt x="1661306" y="762000"/>
                  <a:pt x="16192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996488" y="5667375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95.2%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039350" y="604837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手部检测准确率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2114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整体方案一览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47763"/>
            <a:ext cx="6915150" cy="5553075"/>
          </a:xfrm>
          <a:custGeom>
            <a:avLst/>
            <a:gdLst/>
            <a:ahLst/>
            <a:cxnLst/>
            <a:rect l="l" t="t" r="r" b="b"/>
            <a:pathLst>
              <a:path w="6915150" h="5553075">
                <a:moveTo>
                  <a:pt x="114282" y="0"/>
                </a:moveTo>
                <a:lnTo>
                  <a:pt x="6800868" y="0"/>
                </a:lnTo>
                <a:cubicBezTo>
                  <a:pt x="6863984" y="0"/>
                  <a:pt x="6915150" y="51166"/>
                  <a:pt x="6915150" y="114282"/>
                </a:cubicBezTo>
                <a:lnTo>
                  <a:pt x="6915150" y="5438793"/>
                </a:lnTo>
                <a:cubicBezTo>
                  <a:pt x="6915150" y="5501909"/>
                  <a:pt x="6863984" y="5553075"/>
                  <a:pt x="6800868" y="5553075"/>
                </a:cubicBezTo>
                <a:lnTo>
                  <a:pt x="114282" y="5553075"/>
                </a:lnTo>
                <a:cubicBezTo>
                  <a:pt x="51166" y="5553075"/>
                  <a:pt x="0" y="5501909"/>
                  <a:pt x="0" y="54387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4838" y="1381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819150" y="1343025"/>
            <a:ext cx="638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1766888"/>
            <a:ext cx="3181350" cy="1000125"/>
          </a:xfrm>
          <a:custGeom>
            <a:avLst/>
            <a:gdLst/>
            <a:ahLst/>
            <a:cxnLst/>
            <a:rect l="l" t="t" r="r" b="b"/>
            <a:pathLst>
              <a:path w="3181350" h="1000125">
                <a:moveTo>
                  <a:pt x="114304" y="0"/>
                </a:moveTo>
                <a:lnTo>
                  <a:pt x="3067046" y="0"/>
                </a:lnTo>
                <a:cubicBezTo>
                  <a:pt x="3130174" y="0"/>
                  <a:pt x="3181350" y="51176"/>
                  <a:pt x="3181350" y="114304"/>
                </a:cubicBezTo>
                <a:lnTo>
                  <a:pt x="3181350" y="885821"/>
                </a:lnTo>
                <a:cubicBezTo>
                  <a:pt x="3181350" y="948949"/>
                  <a:pt x="3130174" y="1000125"/>
                  <a:pt x="3067046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0228" y="192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709613" y="22288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USB摄像头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375" y="2457450"/>
            <a:ext cx="2924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720p 30fps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25267" y="1766888"/>
            <a:ext cx="3181350" cy="1000125"/>
          </a:xfrm>
          <a:custGeom>
            <a:avLst/>
            <a:gdLst/>
            <a:ahLst/>
            <a:cxnLst/>
            <a:rect l="l" t="t" r="r" b="b"/>
            <a:pathLst>
              <a:path w="3181350" h="1000125">
                <a:moveTo>
                  <a:pt x="114304" y="0"/>
                </a:moveTo>
                <a:lnTo>
                  <a:pt x="3067046" y="0"/>
                </a:lnTo>
                <a:cubicBezTo>
                  <a:pt x="3130174" y="0"/>
                  <a:pt x="3181350" y="51176"/>
                  <a:pt x="3181350" y="114304"/>
                </a:cubicBezTo>
                <a:lnTo>
                  <a:pt x="3181350" y="885821"/>
                </a:lnTo>
                <a:cubicBezTo>
                  <a:pt x="3181350" y="948949"/>
                  <a:pt x="3130174" y="1000125"/>
                  <a:pt x="3067046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8283" y="1924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4049092" y="22288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USB麦克风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53855" y="2457450"/>
            <a:ext cx="2924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语音采集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72867" y="2857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0550" y="3143250"/>
            <a:ext cx="6505575" cy="2190750"/>
          </a:xfrm>
          <a:custGeom>
            <a:avLst/>
            <a:gdLst/>
            <a:ahLst/>
            <a:cxnLst/>
            <a:rect l="l" t="t" r="r" b="b"/>
            <a:pathLst>
              <a:path w="6505575" h="2190750">
                <a:moveTo>
                  <a:pt x="114291" y="0"/>
                </a:moveTo>
                <a:lnTo>
                  <a:pt x="6391284" y="0"/>
                </a:lnTo>
                <a:cubicBezTo>
                  <a:pt x="6454405" y="0"/>
                  <a:pt x="6505575" y="51170"/>
                  <a:pt x="6505575" y="114291"/>
                </a:cubicBezTo>
                <a:lnTo>
                  <a:pt x="6505575" y="2076459"/>
                </a:lnTo>
                <a:cubicBezTo>
                  <a:pt x="6505575" y="2139580"/>
                  <a:pt x="6454405" y="2190750"/>
                  <a:pt x="6391284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40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1"/>
          </a:gradFill>
          <a:ln w="25400">
            <a:solidFill>
              <a:srgbClr val="4A6D8C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575" y="3381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" y="3343275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上位机 (PC端AI推理)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0575" y="3724275"/>
            <a:ext cx="3000375" cy="647700"/>
          </a:xfrm>
          <a:custGeom>
            <a:avLst/>
            <a:gdLst/>
            <a:ahLst/>
            <a:cxnLst/>
            <a:rect l="l" t="t" r="r" b="b"/>
            <a:pathLst>
              <a:path w="3000375" h="647700">
                <a:moveTo>
                  <a:pt x="76202" y="0"/>
                </a:moveTo>
                <a:lnTo>
                  <a:pt x="2924173" y="0"/>
                </a:lnTo>
                <a:cubicBezTo>
                  <a:pt x="2966258" y="0"/>
                  <a:pt x="3000375" y="34117"/>
                  <a:pt x="3000375" y="76202"/>
                </a:cubicBezTo>
                <a:lnTo>
                  <a:pt x="3000375" y="571498"/>
                </a:lnTo>
                <a:cubicBezTo>
                  <a:pt x="3000375" y="613583"/>
                  <a:pt x="2966258" y="647700"/>
                  <a:pt x="2924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23925" y="3857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9525"/>
                </a:moveTo>
                <a:cubicBezTo>
                  <a:pt x="85725" y="4256"/>
                  <a:pt x="81469" y="0"/>
                  <a:pt x="76200" y="0"/>
                </a:cubicBezTo>
                <a:cubicBezTo>
                  <a:pt x="70931" y="0"/>
                  <a:pt x="66675" y="4256"/>
                  <a:pt x="66675" y="9525"/>
                </a:cubicBezTo>
                <a:lnTo>
                  <a:pt x="66675" y="71438"/>
                </a:lnTo>
                <a:cubicBezTo>
                  <a:pt x="66675" y="74057"/>
                  <a:pt x="64532" y="76200"/>
                  <a:pt x="61912" y="76200"/>
                </a:cubicBezTo>
                <a:cubicBezTo>
                  <a:pt x="59293" y="76200"/>
                  <a:pt x="57150" y="74057"/>
                  <a:pt x="57150" y="71438"/>
                </a:cubicBezTo>
                <a:lnTo>
                  <a:pt x="57150" y="19050"/>
                </a:lnTo>
                <a:cubicBezTo>
                  <a:pt x="57150" y="13781"/>
                  <a:pt x="52894" y="9525"/>
                  <a:pt x="47625" y="9525"/>
                </a:cubicBezTo>
                <a:cubicBezTo>
                  <a:pt x="42356" y="9525"/>
                  <a:pt x="38100" y="13781"/>
                  <a:pt x="38100" y="19050"/>
                </a:cubicBezTo>
                <a:lnTo>
                  <a:pt x="38100" y="100013"/>
                </a:lnTo>
                <a:cubicBezTo>
                  <a:pt x="38100" y="100459"/>
                  <a:pt x="38100" y="100935"/>
                  <a:pt x="38130" y="101382"/>
                </a:cubicBezTo>
                <a:lnTo>
                  <a:pt x="20122" y="84237"/>
                </a:lnTo>
                <a:cubicBezTo>
                  <a:pt x="15359" y="79712"/>
                  <a:pt x="7828" y="79891"/>
                  <a:pt x="3274" y="84653"/>
                </a:cubicBezTo>
                <a:cubicBezTo>
                  <a:pt x="-1280" y="89416"/>
                  <a:pt x="-1072" y="96947"/>
                  <a:pt x="3691" y="101501"/>
                </a:cubicBezTo>
                <a:lnTo>
                  <a:pt x="37148" y="133350"/>
                </a:lnTo>
                <a:cubicBezTo>
                  <a:pt x="49976" y="145584"/>
                  <a:pt x="67032" y="152400"/>
                  <a:pt x="84773" y="152400"/>
                </a:cubicBezTo>
                <a:lnTo>
                  <a:pt x="90488" y="152400"/>
                </a:lnTo>
                <a:cubicBezTo>
                  <a:pt x="119420" y="152400"/>
                  <a:pt x="142875" y="128945"/>
                  <a:pt x="142875" y="100013"/>
                </a:cubicBezTo>
                <a:lnTo>
                  <a:pt x="142875" y="38100"/>
                </a:lnTo>
                <a:cubicBezTo>
                  <a:pt x="142875" y="32831"/>
                  <a:pt x="138619" y="28575"/>
                  <a:pt x="133350" y="28575"/>
                </a:cubicBezTo>
                <a:cubicBezTo>
                  <a:pt x="128081" y="28575"/>
                  <a:pt x="123825" y="32831"/>
                  <a:pt x="123825" y="38100"/>
                </a:cubicBezTo>
                <a:lnTo>
                  <a:pt x="123825" y="71438"/>
                </a:lnTo>
                <a:cubicBezTo>
                  <a:pt x="123825" y="74057"/>
                  <a:pt x="121682" y="76200"/>
                  <a:pt x="119062" y="76200"/>
                </a:cubicBezTo>
                <a:cubicBezTo>
                  <a:pt x="116443" y="76200"/>
                  <a:pt x="114300" y="74057"/>
                  <a:pt x="114300" y="71438"/>
                </a:cubicBezTo>
                <a:lnTo>
                  <a:pt x="114300" y="19050"/>
                </a:lnTo>
                <a:cubicBezTo>
                  <a:pt x="114300" y="13781"/>
                  <a:pt x="110044" y="9525"/>
                  <a:pt x="104775" y="9525"/>
                </a:cubicBezTo>
                <a:cubicBezTo>
                  <a:pt x="99506" y="9525"/>
                  <a:pt x="95250" y="13781"/>
                  <a:pt x="95250" y="19050"/>
                </a:cubicBezTo>
                <a:lnTo>
                  <a:pt x="95250" y="71438"/>
                </a:lnTo>
                <a:cubicBezTo>
                  <a:pt x="95250" y="74057"/>
                  <a:pt x="93107" y="76200"/>
                  <a:pt x="90488" y="76200"/>
                </a:cubicBezTo>
                <a:cubicBezTo>
                  <a:pt x="87868" y="76200"/>
                  <a:pt x="85725" y="74057"/>
                  <a:pt x="85725" y="71438"/>
                </a:cubicBezTo>
                <a:lnTo>
                  <a:pt x="85725" y="95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1171575" y="383857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MediaPipe Hands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4875" y="4105275"/>
            <a:ext cx="2828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手势识别 · 21个关键点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01455" y="3724275"/>
            <a:ext cx="3000375" cy="647700"/>
          </a:xfrm>
          <a:custGeom>
            <a:avLst/>
            <a:gdLst/>
            <a:ahLst/>
            <a:cxnLst/>
            <a:rect l="l" t="t" r="r" b="b"/>
            <a:pathLst>
              <a:path w="3000375" h="647700">
                <a:moveTo>
                  <a:pt x="76202" y="0"/>
                </a:moveTo>
                <a:lnTo>
                  <a:pt x="2924173" y="0"/>
                </a:lnTo>
                <a:cubicBezTo>
                  <a:pt x="2966258" y="0"/>
                  <a:pt x="3000375" y="34117"/>
                  <a:pt x="3000375" y="76202"/>
                </a:cubicBezTo>
                <a:lnTo>
                  <a:pt x="3000375" y="571498"/>
                </a:lnTo>
                <a:cubicBezTo>
                  <a:pt x="3000375" y="613583"/>
                  <a:pt x="2966258" y="647700"/>
                  <a:pt x="2924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34805" y="3857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42875"/>
                </a:moveTo>
                <a:cubicBezTo>
                  <a:pt x="118289" y="142875"/>
                  <a:pt x="152400" y="110877"/>
                  <a:pt x="152400" y="71438"/>
                </a:cubicBezTo>
                <a:cubicBezTo>
                  <a:pt x="152400" y="31998"/>
                  <a:pt x="118289" y="0"/>
                  <a:pt x="76200" y="0"/>
                </a:cubicBezTo>
                <a:cubicBezTo>
                  <a:pt x="34111" y="0"/>
                  <a:pt x="0" y="31998"/>
                  <a:pt x="0" y="71438"/>
                </a:cubicBezTo>
                <a:cubicBezTo>
                  <a:pt x="0" y="87600"/>
                  <a:pt x="5715" y="102483"/>
                  <a:pt x="15359" y="114449"/>
                </a:cubicBezTo>
                <a:lnTo>
                  <a:pt x="833" y="141923"/>
                </a:lnTo>
                <a:cubicBezTo>
                  <a:pt x="-595" y="144601"/>
                  <a:pt x="-149" y="147876"/>
                  <a:pt x="1905" y="150108"/>
                </a:cubicBezTo>
                <a:cubicBezTo>
                  <a:pt x="3959" y="152340"/>
                  <a:pt x="7203" y="153025"/>
                  <a:pt x="9971" y="151834"/>
                </a:cubicBezTo>
                <a:lnTo>
                  <a:pt x="45214" y="136743"/>
                </a:lnTo>
                <a:cubicBezTo>
                  <a:pt x="54679" y="140672"/>
                  <a:pt x="65157" y="142875"/>
                  <a:pt x="76200" y="142875"/>
                </a:cubicBezTo>
                <a:close/>
                <a:moveTo>
                  <a:pt x="38100" y="61912"/>
                </a:moveTo>
                <a:cubicBezTo>
                  <a:pt x="43357" y="61912"/>
                  <a:pt x="47625" y="66181"/>
                  <a:pt x="47625" y="71438"/>
                </a:cubicBezTo>
                <a:cubicBezTo>
                  <a:pt x="47625" y="76694"/>
                  <a:pt x="43357" y="80962"/>
                  <a:pt x="38100" y="80962"/>
                </a:cubicBezTo>
                <a:cubicBezTo>
                  <a:pt x="32843" y="80962"/>
                  <a:pt x="28575" y="76694"/>
                  <a:pt x="28575" y="71438"/>
                </a:cubicBezTo>
                <a:cubicBezTo>
                  <a:pt x="28575" y="66181"/>
                  <a:pt x="32843" y="61912"/>
                  <a:pt x="38100" y="61912"/>
                </a:cubicBezTo>
                <a:close/>
                <a:moveTo>
                  <a:pt x="76200" y="61912"/>
                </a:moveTo>
                <a:cubicBezTo>
                  <a:pt x="81457" y="61912"/>
                  <a:pt x="85725" y="66181"/>
                  <a:pt x="85725" y="71438"/>
                </a:cubicBezTo>
                <a:cubicBezTo>
                  <a:pt x="85725" y="76694"/>
                  <a:pt x="81457" y="80962"/>
                  <a:pt x="76200" y="80962"/>
                </a:cubicBezTo>
                <a:cubicBezTo>
                  <a:pt x="70943" y="80962"/>
                  <a:pt x="66675" y="76694"/>
                  <a:pt x="66675" y="71438"/>
                </a:cubicBezTo>
                <a:cubicBezTo>
                  <a:pt x="66675" y="66181"/>
                  <a:pt x="70943" y="61912"/>
                  <a:pt x="76200" y="61912"/>
                </a:cubicBezTo>
                <a:close/>
                <a:moveTo>
                  <a:pt x="104775" y="71438"/>
                </a:moveTo>
                <a:cubicBezTo>
                  <a:pt x="104775" y="66181"/>
                  <a:pt x="109043" y="61912"/>
                  <a:pt x="114300" y="61912"/>
                </a:cubicBezTo>
                <a:cubicBezTo>
                  <a:pt x="119557" y="61912"/>
                  <a:pt x="123825" y="66181"/>
                  <a:pt x="123825" y="71438"/>
                </a:cubicBezTo>
                <a:cubicBezTo>
                  <a:pt x="123825" y="76694"/>
                  <a:pt x="119557" y="80962"/>
                  <a:pt x="114300" y="80962"/>
                </a:cubicBezTo>
                <a:cubicBezTo>
                  <a:pt x="109043" y="80962"/>
                  <a:pt x="104775" y="76694"/>
                  <a:pt x="104775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4282455" y="38385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Vosk ASR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15755" y="4105275"/>
            <a:ext cx="2828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 · 中文模型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0575" y="4486275"/>
            <a:ext cx="3000375" cy="647700"/>
          </a:xfrm>
          <a:custGeom>
            <a:avLst/>
            <a:gdLst/>
            <a:ahLst/>
            <a:cxnLst/>
            <a:rect l="l" t="t" r="r" b="b"/>
            <a:pathLst>
              <a:path w="3000375" h="647700">
                <a:moveTo>
                  <a:pt x="76202" y="0"/>
                </a:moveTo>
                <a:lnTo>
                  <a:pt x="2924173" y="0"/>
                </a:lnTo>
                <a:cubicBezTo>
                  <a:pt x="2966258" y="0"/>
                  <a:pt x="3000375" y="34117"/>
                  <a:pt x="3000375" y="76202"/>
                </a:cubicBezTo>
                <a:lnTo>
                  <a:pt x="3000375" y="571498"/>
                </a:lnTo>
                <a:cubicBezTo>
                  <a:pt x="3000375" y="613583"/>
                  <a:pt x="2966258" y="647700"/>
                  <a:pt x="2924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23925" y="4619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1171575" y="46005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卡尔曼滤波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4875" y="4867275"/>
            <a:ext cx="2828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平滑处理 · 自适应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01455" y="4486275"/>
            <a:ext cx="3000375" cy="647700"/>
          </a:xfrm>
          <a:custGeom>
            <a:avLst/>
            <a:gdLst/>
            <a:ahLst/>
            <a:cxnLst/>
            <a:rect l="l" t="t" r="r" b="b"/>
            <a:pathLst>
              <a:path w="3000375" h="647700">
                <a:moveTo>
                  <a:pt x="76202" y="0"/>
                </a:moveTo>
                <a:lnTo>
                  <a:pt x="2924173" y="0"/>
                </a:lnTo>
                <a:cubicBezTo>
                  <a:pt x="2966258" y="0"/>
                  <a:pt x="3000375" y="34117"/>
                  <a:pt x="3000375" y="76202"/>
                </a:cubicBezTo>
                <a:lnTo>
                  <a:pt x="3000375" y="571498"/>
                </a:lnTo>
                <a:cubicBezTo>
                  <a:pt x="3000375" y="613583"/>
                  <a:pt x="2966258" y="647700"/>
                  <a:pt x="29241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34805" y="4619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4282455" y="46005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角度映射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15755" y="4867275"/>
            <a:ext cx="2828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坐标转换 · 限幅保护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72867" y="542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Shape 36"/>
          <p:cNvSpPr/>
          <p:nvPr/>
        </p:nvSpPr>
        <p:spPr>
          <a:xfrm>
            <a:off x="590550" y="5715000"/>
            <a:ext cx="6505575" cy="819150"/>
          </a:xfrm>
          <a:custGeom>
            <a:avLst/>
            <a:gdLst/>
            <a:ahLst/>
            <a:cxnLst/>
            <a:rect l="l" t="t" r="r" b="b"/>
            <a:pathLst>
              <a:path w="6505575" h="819150">
                <a:moveTo>
                  <a:pt x="114296" y="0"/>
                </a:moveTo>
                <a:lnTo>
                  <a:pt x="6391279" y="0"/>
                </a:lnTo>
                <a:cubicBezTo>
                  <a:pt x="6454403" y="0"/>
                  <a:pt x="6505575" y="51172"/>
                  <a:pt x="6505575" y="114296"/>
                </a:cubicBezTo>
                <a:lnTo>
                  <a:pt x="6505575" y="704854"/>
                </a:lnTo>
                <a:cubicBezTo>
                  <a:pt x="6505575" y="767978"/>
                  <a:pt x="6454403" y="819150"/>
                  <a:pt x="6391279" y="819150"/>
                </a:cubicBezTo>
                <a:lnTo>
                  <a:pt x="114296" y="819150"/>
                </a:lnTo>
                <a:cubicBezTo>
                  <a:pt x="51172" y="819150"/>
                  <a:pt x="0" y="767978"/>
                  <a:pt x="0" y="7048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40000"/>
                </a:srgbClr>
              </a:gs>
              <a:gs pos="100000">
                <a:srgbClr val="5E8B7E">
                  <a:alpha val="20000"/>
                </a:srgbClr>
              </a:gs>
            </a:gsLst>
            <a:lin ang="2700000" scaled="1"/>
          </a:gradFill>
          <a:ln w="25400">
            <a:solidFill>
              <a:srgbClr val="5E8B7E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050" y="6010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1152525" y="593407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Arduino UNO R3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52525" y="6162675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下位机实时执行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08687" y="5876925"/>
            <a:ext cx="923925" cy="495300"/>
          </a:xfrm>
          <a:custGeom>
            <a:avLst/>
            <a:gdLst/>
            <a:ahLst/>
            <a:cxnLst/>
            <a:rect l="l" t="t" r="r" b="b"/>
            <a:pathLst>
              <a:path w="923925" h="495300">
                <a:moveTo>
                  <a:pt x="76202" y="0"/>
                </a:moveTo>
                <a:lnTo>
                  <a:pt x="847723" y="0"/>
                </a:lnTo>
                <a:cubicBezTo>
                  <a:pt x="889808" y="0"/>
                  <a:pt x="923925" y="34117"/>
                  <a:pt x="923925" y="76202"/>
                </a:cubicBezTo>
                <a:lnTo>
                  <a:pt x="923925" y="419098"/>
                </a:lnTo>
                <a:cubicBezTo>
                  <a:pt x="923925" y="461183"/>
                  <a:pt x="889808" y="495300"/>
                  <a:pt x="8477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289649" y="5953125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MG996R×2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94412" y="6143625"/>
            <a:ext cx="752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底座/大臂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5612" y="5876925"/>
            <a:ext cx="733425" cy="495300"/>
          </a:xfrm>
          <a:custGeom>
            <a:avLst/>
            <a:gdLst/>
            <a:ahLst/>
            <a:cxnLst/>
            <a:rect l="l" t="t" r="r" b="b"/>
            <a:pathLst>
              <a:path w="733425" h="495300">
                <a:moveTo>
                  <a:pt x="76202" y="0"/>
                </a:moveTo>
                <a:lnTo>
                  <a:pt x="657223" y="0"/>
                </a:lnTo>
                <a:cubicBezTo>
                  <a:pt x="699308" y="0"/>
                  <a:pt x="733425" y="34117"/>
                  <a:pt x="733425" y="76202"/>
                </a:cubicBezTo>
                <a:lnTo>
                  <a:pt x="733425" y="419098"/>
                </a:lnTo>
                <a:cubicBezTo>
                  <a:pt x="733425" y="461183"/>
                  <a:pt x="699308" y="495300"/>
                  <a:pt x="6572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86574" y="5953125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SG90×2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91337" y="6143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小臂/钳子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64772" y="1147763"/>
            <a:ext cx="4343400" cy="1819275"/>
          </a:xfrm>
          <a:custGeom>
            <a:avLst/>
            <a:gdLst/>
            <a:ahLst/>
            <a:cxnLst/>
            <a:rect l="l" t="t" r="r" b="b"/>
            <a:pathLst>
              <a:path w="4343400" h="1819275">
                <a:moveTo>
                  <a:pt x="114305" y="0"/>
                </a:moveTo>
                <a:lnTo>
                  <a:pt x="4229095" y="0"/>
                </a:lnTo>
                <a:cubicBezTo>
                  <a:pt x="4292224" y="0"/>
                  <a:pt x="4343400" y="51176"/>
                  <a:pt x="4343400" y="114305"/>
                </a:cubicBezTo>
                <a:lnTo>
                  <a:pt x="4343400" y="1704970"/>
                </a:lnTo>
                <a:cubicBezTo>
                  <a:pt x="4343400" y="1768099"/>
                  <a:pt x="4292224" y="1819275"/>
                  <a:pt x="4229095" y="1819275"/>
                </a:cubicBezTo>
                <a:lnTo>
                  <a:pt x="114305" y="1819275"/>
                </a:lnTo>
                <a:cubicBezTo>
                  <a:pt x="51176" y="1819275"/>
                  <a:pt x="0" y="1768099"/>
                  <a:pt x="0" y="170497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95754" y="1381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0" name="Text 48"/>
          <p:cNvSpPr/>
          <p:nvPr/>
        </p:nvSpPr>
        <p:spPr>
          <a:xfrm>
            <a:off x="7898160" y="1343025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一句话概括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79085" y="1762125"/>
            <a:ext cx="3933825" cy="1009650"/>
          </a:xfrm>
          <a:custGeom>
            <a:avLst/>
            <a:gdLst/>
            <a:ahLst/>
            <a:cxnLst/>
            <a:rect l="l" t="t" r="r" b="b"/>
            <a:pathLst>
              <a:path w="3933825" h="1009650">
                <a:moveTo>
                  <a:pt x="38100" y="0"/>
                </a:moveTo>
                <a:lnTo>
                  <a:pt x="3857627" y="0"/>
                </a:lnTo>
                <a:cubicBezTo>
                  <a:pt x="3899710" y="0"/>
                  <a:pt x="3933825" y="34115"/>
                  <a:pt x="3933825" y="76198"/>
                </a:cubicBezTo>
                <a:lnTo>
                  <a:pt x="3933825" y="933452"/>
                </a:lnTo>
                <a:cubicBezTo>
                  <a:pt x="3933825" y="975535"/>
                  <a:pt x="3899710" y="1009650"/>
                  <a:pt x="3857627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79085" y="1762125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7850535" y="1914525"/>
            <a:ext cx="36766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上位机完成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视觉解算、语音识别和坐标转换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，通过串口协议将角度指令发送至Arduino，驱动机械臂实时跟随人手动作。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64822" y="24812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8069610" y="2462213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主从式异构计算架构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64772" y="3128963"/>
            <a:ext cx="4343400" cy="2676525"/>
          </a:xfrm>
          <a:custGeom>
            <a:avLst/>
            <a:gdLst/>
            <a:ahLst/>
            <a:cxnLst/>
            <a:rect l="l" t="t" r="r" b="b"/>
            <a:pathLst>
              <a:path w="4343400" h="2676525">
                <a:moveTo>
                  <a:pt x="114288" y="0"/>
                </a:moveTo>
                <a:lnTo>
                  <a:pt x="4229112" y="0"/>
                </a:lnTo>
                <a:cubicBezTo>
                  <a:pt x="4292232" y="0"/>
                  <a:pt x="4343400" y="51168"/>
                  <a:pt x="4343400" y="114288"/>
                </a:cubicBezTo>
                <a:lnTo>
                  <a:pt x="4343400" y="2562237"/>
                </a:lnTo>
                <a:cubicBezTo>
                  <a:pt x="4343400" y="2625357"/>
                  <a:pt x="4292232" y="2676525"/>
                  <a:pt x="4229112" y="2676525"/>
                </a:cubicBezTo>
                <a:lnTo>
                  <a:pt x="114288" y="2676525"/>
                </a:lnTo>
                <a:cubicBezTo>
                  <a:pt x="51168" y="2676525"/>
                  <a:pt x="0" y="2625357"/>
                  <a:pt x="0" y="25622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3847" y="3362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7898160" y="3324225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三层架构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660035" y="3743325"/>
            <a:ext cx="3952875" cy="571500"/>
          </a:xfrm>
          <a:custGeom>
            <a:avLst/>
            <a:gdLst/>
            <a:ahLst/>
            <a:cxnLst/>
            <a:rect l="l" t="t" r="r" b="b"/>
            <a:pathLst>
              <a:path w="3952875" h="571500">
                <a:moveTo>
                  <a:pt x="76198" y="0"/>
                </a:moveTo>
                <a:lnTo>
                  <a:pt x="3876677" y="0"/>
                </a:lnTo>
                <a:cubicBezTo>
                  <a:pt x="3918760" y="0"/>
                  <a:pt x="3952875" y="34115"/>
                  <a:pt x="3952875" y="76198"/>
                </a:cubicBezTo>
                <a:lnTo>
                  <a:pt x="3952875" y="495302"/>
                </a:lnTo>
                <a:cubicBezTo>
                  <a:pt x="3952875" y="537385"/>
                  <a:pt x="3918760" y="571500"/>
                  <a:pt x="38766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74335" y="38766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900467" y="393382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193435" y="38576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感知层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193435" y="4048125"/>
            <a:ext cx="1038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摄像头+麦克风采集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660035" y="4391025"/>
            <a:ext cx="3952875" cy="571500"/>
          </a:xfrm>
          <a:custGeom>
            <a:avLst/>
            <a:gdLst/>
            <a:ahLst/>
            <a:cxnLst/>
            <a:rect l="l" t="t" r="r" b="b"/>
            <a:pathLst>
              <a:path w="3952875" h="571500">
                <a:moveTo>
                  <a:pt x="76198" y="0"/>
                </a:moveTo>
                <a:lnTo>
                  <a:pt x="3876677" y="0"/>
                </a:lnTo>
                <a:cubicBezTo>
                  <a:pt x="3918760" y="0"/>
                  <a:pt x="3952875" y="34115"/>
                  <a:pt x="3952875" y="76198"/>
                </a:cubicBezTo>
                <a:lnTo>
                  <a:pt x="3952875" y="495302"/>
                </a:lnTo>
                <a:cubicBezTo>
                  <a:pt x="3952875" y="537385"/>
                  <a:pt x="3918760" y="571500"/>
                  <a:pt x="38766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774335" y="4524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889230" y="45815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193435" y="4505325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193435" y="4695825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PC端AI推理处理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660035" y="5038725"/>
            <a:ext cx="3952875" cy="571500"/>
          </a:xfrm>
          <a:custGeom>
            <a:avLst/>
            <a:gdLst/>
            <a:ahLst/>
            <a:cxnLst/>
            <a:rect l="l" t="t" r="r" b="b"/>
            <a:pathLst>
              <a:path w="3952875" h="571500">
                <a:moveTo>
                  <a:pt x="76198" y="0"/>
                </a:moveTo>
                <a:lnTo>
                  <a:pt x="3876677" y="0"/>
                </a:lnTo>
                <a:cubicBezTo>
                  <a:pt x="3918760" y="0"/>
                  <a:pt x="3952875" y="34115"/>
                  <a:pt x="3952875" y="76198"/>
                </a:cubicBezTo>
                <a:lnTo>
                  <a:pt x="3952875" y="495302"/>
                </a:lnTo>
                <a:cubicBezTo>
                  <a:pt x="3952875" y="537385"/>
                  <a:pt x="3918760" y="571500"/>
                  <a:pt x="38766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774335" y="5172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7887519" y="52292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193435" y="515302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执行层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193435" y="5343525"/>
            <a:ext cx="923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Arduino驱动舵机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464772" y="5967413"/>
            <a:ext cx="4343400" cy="733425"/>
          </a:xfrm>
          <a:custGeom>
            <a:avLst/>
            <a:gdLst/>
            <a:ahLst/>
            <a:cxnLst/>
            <a:rect l="l" t="t" r="r" b="b"/>
            <a:pathLst>
              <a:path w="4343400" h="733425">
                <a:moveTo>
                  <a:pt x="114297" y="0"/>
                </a:moveTo>
                <a:lnTo>
                  <a:pt x="4229103" y="0"/>
                </a:lnTo>
                <a:cubicBezTo>
                  <a:pt x="4292228" y="0"/>
                  <a:pt x="4343400" y="51172"/>
                  <a:pt x="4343400" y="114297"/>
                </a:cubicBezTo>
                <a:lnTo>
                  <a:pt x="4343400" y="619128"/>
                </a:lnTo>
                <a:cubicBezTo>
                  <a:pt x="4343400" y="682253"/>
                  <a:pt x="4292228" y="733425"/>
                  <a:pt x="4229103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45747" y="624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6" name="Text 74"/>
          <p:cNvSpPr/>
          <p:nvPr/>
        </p:nvSpPr>
        <p:spPr>
          <a:xfrm>
            <a:off x="7912447" y="62388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通信协议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680353" y="6124575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115200 bps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708928" y="6391275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波特率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1389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1137" y="512874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37959" y="17714"/>
                </a:moveTo>
                <a:cubicBezTo>
                  <a:pt x="37959" y="7940"/>
                  <a:pt x="45899" y="0"/>
                  <a:pt x="55674" y="0"/>
                </a:cubicBezTo>
                <a:lnTo>
                  <a:pt x="63266" y="0"/>
                </a:lnTo>
                <a:cubicBezTo>
                  <a:pt x="68865" y="0"/>
                  <a:pt x="73388" y="4523"/>
                  <a:pt x="73388" y="10123"/>
                </a:cubicBezTo>
                <a:lnTo>
                  <a:pt x="73388" y="151838"/>
                </a:lnTo>
                <a:cubicBezTo>
                  <a:pt x="73388" y="157437"/>
                  <a:pt x="68865" y="161960"/>
                  <a:pt x="63266" y="161960"/>
                </a:cubicBezTo>
                <a:lnTo>
                  <a:pt x="53143" y="161960"/>
                </a:lnTo>
                <a:cubicBezTo>
                  <a:pt x="43717" y="161960"/>
                  <a:pt x="35777" y="155507"/>
                  <a:pt x="33531" y="146776"/>
                </a:cubicBezTo>
                <a:cubicBezTo>
                  <a:pt x="33309" y="146776"/>
                  <a:pt x="33120" y="146776"/>
                  <a:pt x="32898" y="146776"/>
                </a:cubicBezTo>
                <a:cubicBezTo>
                  <a:pt x="18916" y="146776"/>
                  <a:pt x="7592" y="135452"/>
                  <a:pt x="7592" y="121470"/>
                </a:cubicBezTo>
                <a:cubicBezTo>
                  <a:pt x="7592" y="115776"/>
                  <a:pt x="9490" y="110525"/>
                  <a:pt x="12653" y="106286"/>
                </a:cubicBezTo>
                <a:cubicBezTo>
                  <a:pt x="6516" y="101668"/>
                  <a:pt x="2531" y="94329"/>
                  <a:pt x="2531" y="86041"/>
                </a:cubicBezTo>
                <a:cubicBezTo>
                  <a:pt x="2531" y="76267"/>
                  <a:pt x="8098" y="67758"/>
                  <a:pt x="16196" y="63550"/>
                </a:cubicBezTo>
                <a:cubicBezTo>
                  <a:pt x="13950" y="59754"/>
                  <a:pt x="12653" y="55326"/>
                  <a:pt x="12653" y="50613"/>
                </a:cubicBezTo>
                <a:cubicBezTo>
                  <a:pt x="12653" y="36631"/>
                  <a:pt x="23978" y="25306"/>
                  <a:pt x="37959" y="25306"/>
                </a:cubicBezTo>
                <a:lnTo>
                  <a:pt x="37959" y="17714"/>
                </a:lnTo>
                <a:close/>
                <a:moveTo>
                  <a:pt x="124001" y="17714"/>
                </a:moveTo>
                <a:lnTo>
                  <a:pt x="124001" y="25306"/>
                </a:lnTo>
                <a:cubicBezTo>
                  <a:pt x="137982" y="25306"/>
                  <a:pt x="149307" y="36631"/>
                  <a:pt x="149307" y="50613"/>
                </a:cubicBezTo>
                <a:cubicBezTo>
                  <a:pt x="149307" y="55357"/>
                  <a:pt x="148010" y="59786"/>
                  <a:pt x="145764" y="63550"/>
                </a:cubicBezTo>
                <a:cubicBezTo>
                  <a:pt x="153894" y="67758"/>
                  <a:pt x="159430" y="76235"/>
                  <a:pt x="159430" y="86041"/>
                </a:cubicBezTo>
                <a:cubicBezTo>
                  <a:pt x="159430" y="94329"/>
                  <a:pt x="155444" y="101668"/>
                  <a:pt x="149307" y="106286"/>
                </a:cubicBezTo>
                <a:cubicBezTo>
                  <a:pt x="152470" y="110525"/>
                  <a:pt x="154368" y="115776"/>
                  <a:pt x="154368" y="121470"/>
                </a:cubicBezTo>
                <a:cubicBezTo>
                  <a:pt x="154368" y="135452"/>
                  <a:pt x="143044" y="146776"/>
                  <a:pt x="129062" y="146776"/>
                </a:cubicBezTo>
                <a:cubicBezTo>
                  <a:pt x="128841" y="146776"/>
                  <a:pt x="128651" y="146776"/>
                  <a:pt x="128429" y="146776"/>
                </a:cubicBezTo>
                <a:cubicBezTo>
                  <a:pt x="126183" y="155507"/>
                  <a:pt x="118244" y="161960"/>
                  <a:pt x="108817" y="161960"/>
                </a:cubicBezTo>
                <a:lnTo>
                  <a:pt x="98694" y="161960"/>
                </a:lnTo>
                <a:cubicBezTo>
                  <a:pt x="93095" y="161960"/>
                  <a:pt x="88572" y="157437"/>
                  <a:pt x="88572" y="151838"/>
                </a:cubicBezTo>
                <a:lnTo>
                  <a:pt x="88572" y="10123"/>
                </a:lnTo>
                <a:cubicBezTo>
                  <a:pt x="88572" y="4523"/>
                  <a:pt x="93095" y="0"/>
                  <a:pt x="98694" y="0"/>
                </a:cubicBezTo>
                <a:lnTo>
                  <a:pt x="106286" y="0"/>
                </a:lnTo>
                <a:cubicBezTo>
                  <a:pt x="116061" y="0"/>
                  <a:pt x="124001" y="7940"/>
                  <a:pt x="124001" y="1771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27796" y="359911"/>
            <a:ext cx="4345931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spc="43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TECHNOLOGY CORE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7796" y="503876"/>
            <a:ext cx="4426911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技术核心：我们的AI是如何工作的？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4410" y="1012251"/>
            <a:ext cx="4516889" cy="3194214"/>
          </a:xfrm>
          <a:custGeom>
            <a:avLst/>
            <a:gdLst/>
            <a:ahLst/>
            <a:cxnLst/>
            <a:rect l="l" t="t" r="r" b="b"/>
            <a:pathLst>
              <a:path w="4516889" h="3194214">
                <a:moveTo>
                  <a:pt x="107964" y="0"/>
                </a:moveTo>
                <a:lnTo>
                  <a:pt x="4408924" y="0"/>
                </a:lnTo>
                <a:cubicBezTo>
                  <a:pt x="4468551" y="0"/>
                  <a:pt x="4516889" y="48337"/>
                  <a:pt x="4516889" y="107964"/>
                </a:cubicBezTo>
                <a:lnTo>
                  <a:pt x="4516889" y="3086250"/>
                </a:lnTo>
                <a:cubicBezTo>
                  <a:pt x="4516889" y="3145877"/>
                  <a:pt x="4468551" y="3194214"/>
                  <a:pt x="4408924" y="3194214"/>
                </a:cubicBezTo>
                <a:lnTo>
                  <a:pt x="107964" y="3194214"/>
                </a:lnTo>
                <a:cubicBezTo>
                  <a:pt x="48337" y="3194214"/>
                  <a:pt x="0" y="3145877"/>
                  <a:pt x="0" y="3086250"/>
                </a:cubicBezTo>
                <a:lnTo>
                  <a:pt x="0" y="107964"/>
                </a:lnTo>
                <a:cubicBezTo>
                  <a:pt x="0" y="48377"/>
                  <a:pt x="48377" y="0"/>
                  <a:pt x="10796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5123" y="1205703"/>
            <a:ext cx="202450" cy="161960"/>
          </a:xfrm>
          <a:custGeom>
            <a:avLst/>
            <a:gdLst/>
            <a:ahLst/>
            <a:cxnLst/>
            <a:rect l="l" t="t" r="r" b="b"/>
            <a:pathLst>
              <a:path w="202450" h="161960">
                <a:moveTo>
                  <a:pt x="111348" y="0"/>
                </a:moveTo>
                <a:cubicBezTo>
                  <a:pt x="111348" y="-5599"/>
                  <a:pt x="106824" y="-10123"/>
                  <a:pt x="101225" y="-10123"/>
                </a:cubicBezTo>
                <a:cubicBezTo>
                  <a:pt x="95626" y="-10123"/>
                  <a:pt x="91103" y="-5599"/>
                  <a:pt x="91103" y="0"/>
                </a:cubicBezTo>
                <a:lnTo>
                  <a:pt x="91103" y="20245"/>
                </a:lnTo>
                <a:lnTo>
                  <a:pt x="60735" y="20245"/>
                </a:lnTo>
                <a:cubicBezTo>
                  <a:pt x="43970" y="20245"/>
                  <a:pt x="30368" y="33847"/>
                  <a:pt x="30368" y="50613"/>
                </a:cubicBezTo>
                <a:lnTo>
                  <a:pt x="30368" y="121470"/>
                </a:lnTo>
                <a:cubicBezTo>
                  <a:pt x="30368" y="138236"/>
                  <a:pt x="43970" y="151838"/>
                  <a:pt x="60735" y="151838"/>
                </a:cubicBezTo>
                <a:lnTo>
                  <a:pt x="141715" y="151838"/>
                </a:lnTo>
                <a:cubicBezTo>
                  <a:pt x="158481" y="151838"/>
                  <a:pt x="172083" y="138236"/>
                  <a:pt x="172083" y="121470"/>
                </a:cubicBezTo>
                <a:lnTo>
                  <a:pt x="172083" y="50613"/>
                </a:lnTo>
                <a:cubicBezTo>
                  <a:pt x="172083" y="33847"/>
                  <a:pt x="158481" y="20245"/>
                  <a:pt x="141715" y="20245"/>
                </a:cubicBezTo>
                <a:lnTo>
                  <a:pt x="111348" y="20245"/>
                </a:lnTo>
                <a:lnTo>
                  <a:pt x="111348" y="0"/>
                </a:lnTo>
                <a:close/>
                <a:moveTo>
                  <a:pt x="50613" y="116409"/>
                </a:moveTo>
                <a:cubicBezTo>
                  <a:pt x="50613" y="112202"/>
                  <a:pt x="53997" y="108817"/>
                  <a:pt x="58204" y="108817"/>
                </a:cubicBezTo>
                <a:lnTo>
                  <a:pt x="68327" y="108817"/>
                </a:lnTo>
                <a:cubicBezTo>
                  <a:pt x="72534" y="108817"/>
                  <a:pt x="75919" y="112202"/>
                  <a:pt x="75919" y="116409"/>
                </a:cubicBezTo>
                <a:cubicBezTo>
                  <a:pt x="75919" y="120616"/>
                  <a:pt x="72534" y="124001"/>
                  <a:pt x="68327" y="124001"/>
                </a:cubicBezTo>
                <a:lnTo>
                  <a:pt x="58204" y="124001"/>
                </a:lnTo>
                <a:cubicBezTo>
                  <a:pt x="53997" y="124001"/>
                  <a:pt x="50613" y="120616"/>
                  <a:pt x="50613" y="116409"/>
                </a:cubicBezTo>
                <a:close/>
                <a:moveTo>
                  <a:pt x="88572" y="116409"/>
                </a:moveTo>
                <a:cubicBezTo>
                  <a:pt x="88572" y="112202"/>
                  <a:pt x="91957" y="108817"/>
                  <a:pt x="96164" y="108817"/>
                </a:cubicBezTo>
                <a:lnTo>
                  <a:pt x="106286" y="108817"/>
                </a:lnTo>
                <a:cubicBezTo>
                  <a:pt x="110494" y="108817"/>
                  <a:pt x="113878" y="112202"/>
                  <a:pt x="113878" y="116409"/>
                </a:cubicBezTo>
                <a:cubicBezTo>
                  <a:pt x="113878" y="120616"/>
                  <a:pt x="110494" y="124001"/>
                  <a:pt x="106286" y="124001"/>
                </a:cubicBezTo>
                <a:lnTo>
                  <a:pt x="96164" y="124001"/>
                </a:lnTo>
                <a:cubicBezTo>
                  <a:pt x="91957" y="124001"/>
                  <a:pt x="88572" y="120616"/>
                  <a:pt x="88572" y="116409"/>
                </a:cubicBezTo>
                <a:close/>
                <a:moveTo>
                  <a:pt x="126531" y="116409"/>
                </a:moveTo>
                <a:cubicBezTo>
                  <a:pt x="126531" y="112202"/>
                  <a:pt x="129916" y="108817"/>
                  <a:pt x="134123" y="108817"/>
                </a:cubicBezTo>
                <a:lnTo>
                  <a:pt x="144246" y="108817"/>
                </a:lnTo>
                <a:cubicBezTo>
                  <a:pt x="148453" y="108817"/>
                  <a:pt x="151838" y="112202"/>
                  <a:pt x="151838" y="116409"/>
                </a:cubicBezTo>
                <a:cubicBezTo>
                  <a:pt x="151838" y="120616"/>
                  <a:pt x="148453" y="124001"/>
                  <a:pt x="144246" y="124001"/>
                </a:cubicBezTo>
                <a:lnTo>
                  <a:pt x="134123" y="124001"/>
                </a:lnTo>
                <a:cubicBezTo>
                  <a:pt x="129916" y="124001"/>
                  <a:pt x="126531" y="120616"/>
                  <a:pt x="126531" y="116409"/>
                </a:cubicBezTo>
                <a:close/>
                <a:moveTo>
                  <a:pt x="70858" y="55674"/>
                </a:moveTo>
                <a:cubicBezTo>
                  <a:pt x="79238" y="55674"/>
                  <a:pt x="86041" y="62477"/>
                  <a:pt x="86041" y="70858"/>
                </a:cubicBezTo>
                <a:cubicBezTo>
                  <a:pt x="86041" y="79238"/>
                  <a:pt x="79238" y="86041"/>
                  <a:pt x="70858" y="86041"/>
                </a:cubicBezTo>
                <a:cubicBezTo>
                  <a:pt x="62477" y="86041"/>
                  <a:pt x="55674" y="79238"/>
                  <a:pt x="55674" y="70858"/>
                </a:cubicBezTo>
                <a:cubicBezTo>
                  <a:pt x="55674" y="62477"/>
                  <a:pt x="62477" y="55674"/>
                  <a:pt x="70858" y="55674"/>
                </a:cubicBezTo>
                <a:close/>
                <a:moveTo>
                  <a:pt x="116409" y="70858"/>
                </a:moveTo>
                <a:cubicBezTo>
                  <a:pt x="116409" y="62477"/>
                  <a:pt x="123212" y="55674"/>
                  <a:pt x="131593" y="55674"/>
                </a:cubicBezTo>
                <a:cubicBezTo>
                  <a:pt x="139973" y="55674"/>
                  <a:pt x="146776" y="62477"/>
                  <a:pt x="146776" y="70858"/>
                </a:cubicBezTo>
                <a:cubicBezTo>
                  <a:pt x="146776" y="79238"/>
                  <a:pt x="139973" y="86041"/>
                  <a:pt x="131593" y="86041"/>
                </a:cubicBezTo>
                <a:cubicBezTo>
                  <a:pt x="123212" y="86041"/>
                  <a:pt x="116409" y="79238"/>
                  <a:pt x="116409" y="70858"/>
                </a:cubicBezTo>
                <a:close/>
                <a:moveTo>
                  <a:pt x="20245" y="70858"/>
                </a:moveTo>
                <a:cubicBezTo>
                  <a:pt x="20245" y="65259"/>
                  <a:pt x="15722" y="60735"/>
                  <a:pt x="10123" y="60735"/>
                </a:cubicBezTo>
                <a:cubicBezTo>
                  <a:pt x="4523" y="60735"/>
                  <a:pt x="0" y="65259"/>
                  <a:pt x="0" y="70858"/>
                </a:cubicBezTo>
                <a:lnTo>
                  <a:pt x="0" y="101225"/>
                </a:lnTo>
                <a:cubicBezTo>
                  <a:pt x="0" y="106824"/>
                  <a:pt x="4523" y="111348"/>
                  <a:pt x="10123" y="111348"/>
                </a:cubicBezTo>
                <a:cubicBezTo>
                  <a:pt x="15722" y="111348"/>
                  <a:pt x="20245" y="106824"/>
                  <a:pt x="20245" y="101225"/>
                </a:cubicBezTo>
                <a:lnTo>
                  <a:pt x="20245" y="70858"/>
                </a:lnTo>
                <a:close/>
                <a:moveTo>
                  <a:pt x="192328" y="60735"/>
                </a:moveTo>
                <a:cubicBezTo>
                  <a:pt x="186729" y="60735"/>
                  <a:pt x="182205" y="65259"/>
                  <a:pt x="182205" y="70858"/>
                </a:cubicBezTo>
                <a:lnTo>
                  <a:pt x="182205" y="101225"/>
                </a:lnTo>
                <a:cubicBezTo>
                  <a:pt x="182205" y="106824"/>
                  <a:pt x="186729" y="111348"/>
                  <a:pt x="192328" y="111348"/>
                </a:cubicBezTo>
                <a:cubicBezTo>
                  <a:pt x="197927" y="111348"/>
                  <a:pt x="202450" y="106824"/>
                  <a:pt x="202450" y="101225"/>
                </a:cubicBezTo>
                <a:lnTo>
                  <a:pt x="202450" y="70858"/>
                </a:lnTo>
                <a:cubicBezTo>
                  <a:pt x="202450" y="65259"/>
                  <a:pt x="197927" y="60735"/>
                  <a:pt x="192328" y="6073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19823" y="1160714"/>
            <a:ext cx="40939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AI模型选择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7373" y="1525125"/>
            <a:ext cx="4210964" cy="1412652"/>
          </a:xfrm>
          <a:custGeom>
            <a:avLst/>
            <a:gdLst/>
            <a:ahLst/>
            <a:cxnLst/>
            <a:rect l="l" t="t" r="r" b="b"/>
            <a:pathLst>
              <a:path w="4210964" h="1412652">
                <a:moveTo>
                  <a:pt x="107969" y="0"/>
                </a:moveTo>
                <a:lnTo>
                  <a:pt x="4102995" y="0"/>
                </a:lnTo>
                <a:cubicBezTo>
                  <a:pt x="4162624" y="0"/>
                  <a:pt x="4210964" y="48339"/>
                  <a:pt x="4210964" y="107969"/>
                </a:cubicBezTo>
                <a:lnTo>
                  <a:pt x="4210964" y="1304683"/>
                </a:lnTo>
                <a:cubicBezTo>
                  <a:pt x="4210964" y="1364313"/>
                  <a:pt x="4162624" y="1412652"/>
                  <a:pt x="4102995" y="1412652"/>
                </a:cubicBezTo>
                <a:lnTo>
                  <a:pt x="107969" y="1412652"/>
                </a:lnTo>
                <a:cubicBezTo>
                  <a:pt x="48339" y="1412652"/>
                  <a:pt x="0" y="1364313"/>
                  <a:pt x="0" y="1304683"/>
                </a:cubicBezTo>
                <a:lnTo>
                  <a:pt x="0" y="107969"/>
                </a:lnTo>
                <a:cubicBezTo>
                  <a:pt x="0" y="48379"/>
                  <a:pt x="48379" y="0"/>
                  <a:pt x="107969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pic>
        <p:nvPicPr>
          <p:cNvPr id="10" name="Image 0" descr="https://kimi-web-img.moonshot.cn/img/ai.google.dev/a9f7865d4d81fdf00cd95c59c6ebd454aef81896.png">    </p:cNvPr>
          <p:cNvPicPr>
            <a:picLocks noChangeAspect="1"/>
          </p:cNvPicPr>
          <p:nvPr/>
        </p:nvPicPr>
        <p:blipFill>
          <a:blip r:embed="rId1"/>
          <a:srcRect l="21973" r="21973" t="0" b="0"/>
          <a:stretch/>
        </p:blipFill>
        <p:spPr>
          <a:xfrm>
            <a:off x="665836" y="1673588"/>
            <a:ext cx="431894" cy="431894"/>
          </a:xfrm>
          <a:prstGeom prst="roundRect">
            <a:avLst>
              <a:gd name="adj" fmla="val 16667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1205703" y="1709579"/>
            <a:ext cx="122369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MediaPipe Hands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05703" y="1925526"/>
            <a:ext cx="1205703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Google轻量级CNN模型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5836" y="2213455"/>
            <a:ext cx="1916528" cy="575858"/>
          </a:xfrm>
          <a:custGeom>
            <a:avLst/>
            <a:gdLst/>
            <a:ahLst/>
            <a:cxnLst/>
            <a:rect l="l" t="t" r="r" b="b"/>
            <a:pathLst>
              <a:path w="1916528" h="575858">
                <a:moveTo>
                  <a:pt x="71982" y="0"/>
                </a:moveTo>
                <a:lnTo>
                  <a:pt x="1844546" y="0"/>
                </a:lnTo>
                <a:cubicBezTo>
                  <a:pt x="1884301" y="0"/>
                  <a:pt x="1916528" y="32228"/>
                  <a:pt x="1916528" y="71982"/>
                </a:cubicBezTo>
                <a:lnTo>
                  <a:pt x="1916528" y="503876"/>
                </a:lnTo>
                <a:cubicBezTo>
                  <a:pt x="1916528" y="543631"/>
                  <a:pt x="1884301" y="575858"/>
                  <a:pt x="1844546" y="575858"/>
                </a:cubicBezTo>
                <a:lnTo>
                  <a:pt x="71982" y="575858"/>
                </a:lnTo>
                <a:cubicBezTo>
                  <a:pt x="32228" y="575858"/>
                  <a:pt x="0" y="543631"/>
                  <a:pt x="0" y="503876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3832" y="2285438"/>
            <a:ext cx="188053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30+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0825" y="2573367"/>
            <a:ext cx="1826551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fps实时推理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657299" y="2213455"/>
            <a:ext cx="1916528" cy="575858"/>
          </a:xfrm>
          <a:custGeom>
            <a:avLst/>
            <a:gdLst/>
            <a:ahLst/>
            <a:cxnLst/>
            <a:rect l="l" t="t" r="r" b="b"/>
            <a:pathLst>
              <a:path w="1916528" h="575858">
                <a:moveTo>
                  <a:pt x="71982" y="0"/>
                </a:moveTo>
                <a:lnTo>
                  <a:pt x="1844546" y="0"/>
                </a:lnTo>
                <a:cubicBezTo>
                  <a:pt x="1884301" y="0"/>
                  <a:pt x="1916528" y="32228"/>
                  <a:pt x="1916528" y="71982"/>
                </a:cubicBezTo>
                <a:lnTo>
                  <a:pt x="1916528" y="503876"/>
                </a:lnTo>
                <a:cubicBezTo>
                  <a:pt x="1916528" y="543631"/>
                  <a:pt x="1884301" y="575858"/>
                  <a:pt x="1844546" y="575858"/>
                </a:cubicBezTo>
                <a:lnTo>
                  <a:pt x="71982" y="575858"/>
                </a:lnTo>
                <a:cubicBezTo>
                  <a:pt x="32228" y="575858"/>
                  <a:pt x="0" y="543631"/>
                  <a:pt x="0" y="503876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675295" y="2285438"/>
            <a:ext cx="188053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02288" y="2573367"/>
            <a:ext cx="1826551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3D关键点输出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2874" y="3050249"/>
            <a:ext cx="4219962" cy="287929"/>
          </a:xfrm>
          <a:custGeom>
            <a:avLst/>
            <a:gdLst/>
            <a:ahLst/>
            <a:cxnLst/>
            <a:rect l="l" t="t" r="r" b="b"/>
            <a:pathLst>
              <a:path w="4219962" h="287929">
                <a:moveTo>
                  <a:pt x="71982" y="0"/>
                </a:moveTo>
                <a:lnTo>
                  <a:pt x="4147979" y="0"/>
                </a:lnTo>
                <a:cubicBezTo>
                  <a:pt x="4187734" y="0"/>
                  <a:pt x="4219962" y="32228"/>
                  <a:pt x="4219962" y="71982"/>
                </a:cubicBezTo>
                <a:lnTo>
                  <a:pt x="4219962" y="215947"/>
                </a:lnTo>
                <a:cubicBezTo>
                  <a:pt x="4219962" y="255702"/>
                  <a:pt x="4187734" y="287929"/>
                  <a:pt x="4147979" y="287929"/>
                </a:cubicBezTo>
                <a:lnTo>
                  <a:pt x="71982" y="287929"/>
                </a:lnTo>
                <a:cubicBezTo>
                  <a:pt x="32228" y="287929"/>
                  <a:pt x="0" y="255702"/>
                  <a:pt x="0" y="215947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05101" y="3140227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8"/>
          <p:cNvSpPr/>
          <p:nvPr/>
        </p:nvSpPr>
        <p:spPr>
          <a:xfrm>
            <a:off x="791805" y="3122232"/>
            <a:ext cx="1997508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针对CPU深度优化，普通笔记本即可运行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2874" y="3410161"/>
            <a:ext cx="4219962" cy="287929"/>
          </a:xfrm>
          <a:custGeom>
            <a:avLst/>
            <a:gdLst/>
            <a:ahLst/>
            <a:cxnLst/>
            <a:rect l="l" t="t" r="r" b="b"/>
            <a:pathLst>
              <a:path w="4219962" h="287929">
                <a:moveTo>
                  <a:pt x="71982" y="0"/>
                </a:moveTo>
                <a:lnTo>
                  <a:pt x="4147979" y="0"/>
                </a:lnTo>
                <a:cubicBezTo>
                  <a:pt x="4187734" y="0"/>
                  <a:pt x="4219962" y="32228"/>
                  <a:pt x="4219962" y="71982"/>
                </a:cubicBezTo>
                <a:lnTo>
                  <a:pt x="4219962" y="215947"/>
                </a:lnTo>
                <a:cubicBezTo>
                  <a:pt x="4219962" y="255702"/>
                  <a:pt x="4187734" y="287929"/>
                  <a:pt x="4147979" y="287929"/>
                </a:cubicBezTo>
                <a:lnTo>
                  <a:pt x="71982" y="287929"/>
                </a:lnTo>
                <a:cubicBezTo>
                  <a:pt x="32228" y="287929"/>
                  <a:pt x="0" y="255702"/>
                  <a:pt x="0" y="215947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05101" y="3500139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1"/>
          <p:cNvSpPr/>
          <p:nvPr/>
        </p:nvSpPr>
        <p:spPr>
          <a:xfrm>
            <a:off x="791805" y="3482143"/>
            <a:ext cx="2105482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提供稳定的手部关键点，便于后续手势解析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2874" y="3770072"/>
            <a:ext cx="4219962" cy="287929"/>
          </a:xfrm>
          <a:custGeom>
            <a:avLst/>
            <a:gdLst/>
            <a:ahLst/>
            <a:cxnLst/>
            <a:rect l="l" t="t" r="r" b="b"/>
            <a:pathLst>
              <a:path w="4219962" h="287929">
                <a:moveTo>
                  <a:pt x="71982" y="0"/>
                </a:moveTo>
                <a:lnTo>
                  <a:pt x="4147979" y="0"/>
                </a:lnTo>
                <a:cubicBezTo>
                  <a:pt x="4187734" y="0"/>
                  <a:pt x="4219962" y="32228"/>
                  <a:pt x="4219962" y="71982"/>
                </a:cubicBezTo>
                <a:lnTo>
                  <a:pt x="4219962" y="215947"/>
                </a:lnTo>
                <a:cubicBezTo>
                  <a:pt x="4219962" y="255702"/>
                  <a:pt x="4187734" y="287929"/>
                  <a:pt x="4147979" y="287929"/>
                </a:cubicBezTo>
                <a:lnTo>
                  <a:pt x="71982" y="287929"/>
                </a:lnTo>
                <a:cubicBezTo>
                  <a:pt x="32228" y="287929"/>
                  <a:pt x="0" y="255702"/>
                  <a:pt x="0" y="215947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05101" y="3860050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4"/>
          <p:cNvSpPr/>
          <p:nvPr/>
        </p:nvSpPr>
        <p:spPr>
          <a:xfrm>
            <a:off x="791805" y="3842055"/>
            <a:ext cx="12416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开源免费，社区支持丰富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64410" y="4323436"/>
            <a:ext cx="4516889" cy="2528378"/>
          </a:xfrm>
          <a:custGeom>
            <a:avLst/>
            <a:gdLst/>
            <a:ahLst/>
            <a:cxnLst/>
            <a:rect l="l" t="t" r="r" b="b"/>
            <a:pathLst>
              <a:path w="4516889" h="2528378">
                <a:moveTo>
                  <a:pt x="107962" y="0"/>
                </a:moveTo>
                <a:lnTo>
                  <a:pt x="4408927" y="0"/>
                </a:lnTo>
                <a:cubicBezTo>
                  <a:pt x="4468552" y="0"/>
                  <a:pt x="4516889" y="48336"/>
                  <a:pt x="4516889" y="107962"/>
                </a:cubicBezTo>
                <a:lnTo>
                  <a:pt x="4516889" y="2420416"/>
                </a:lnTo>
                <a:cubicBezTo>
                  <a:pt x="4516889" y="2480042"/>
                  <a:pt x="4468552" y="2528378"/>
                  <a:pt x="4408927" y="2528378"/>
                </a:cubicBezTo>
                <a:lnTo>
                  <a:pt x="107962" y="2528378"/>
                </a:lnTo>
                <a:cubicBezTo>
                  <a:pt x="48336" y="2528378"/>
                  <a:pt x="0" y="2480042"/>
                  <a:pt x="0" y="2420416"/>
                </a:cubicBezTo>
                <a:lnTo>
                  <a:pt x="0" y="107962"/>
                </a:lnTo>
                <a:cubicBezTo>
                  <a:pt x="0" y="48336"/>
                  <a:pt x="48336" y="0"/>
                  <a:pt x="10796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5613" y="4516889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92653" y="121470"/>
                </a:moveTo>
                <a:cubicBezTo>
                  <a:pt x="94962" y="114416"/>
                  <a:pt x="99580" y="108026"/>
                  <a:pt x="104800" y="102522"/>
                </a:cubicBezTo>
                <a:cubicBezTo>
                  <a:pt x="115144" y="91640"/>
                  <a:pt x="121470" y="76931"/>
                  <a:pt x="121470" y="60735"/>
                </a:cubicBezTo>
                <a:cubicBezTo>
                  <a:pt x="121470" y="27204"/>
                  <a:pt x="94266" y="0"/>
                  <a:pt x="60735" y="0"/>
                </a:cubicBezTo>
                <a:cubicBezTo>
                  <a:pt x="27204" y="0"/>
                  <a:pt x="0" y="27204"/>
                  <a:pt x="0" y="60735"/>
                </a:cubicBezTo>
                <a:cubicBezTo>
                  <a:pt x="0" y="76931"/>
                  <a:pt x="6327" y="91640"/>
                  <a:pt x="16671" y="102522"/>
                </a:cubicBezTo>
                <a:cubicBezTo>
                  <a:pt x="21890" y="108026"/>
                  <a:pt x="26540" y="114416"/>
                  <a:pt x="28818" y="121470"/>
                </a:cubicBezTo>
                <a:lnTo>
                  <a:pt x="92621" y="121470"/>
                </a:lnTo>
                <a:close/>
                <a:moveTo>
                  <a:pt x="91103" y="136654"/>
                </a:moveTo>
                <a:lnTo>
                  <a:pt x="30368" y="136654"/>
                </a:lnTo>
                <a:lnTo>
                  <a:pt x="30368" y="141715"/>
                </a:lnTo>
                <a:cubicBezTo>
                  <a:pt x="30368" y="155697"/>
                  <a:pt x="41692" y="167021"/>
                  <a:pt x="55674" y="167021"/>
                </a:cubicBezTo>
                <a:lnTo>
                  <a:pt x="65796" y="167021"/>
                </a:lnTo>
                <a:cubicBezTo>
                  <a:pt x="79778" y="167021"/>
                  <a:pt x="91103" y="155697"/>
                  <a:pt x="91103" y="141715"/>
                </a:cubicBezTo>
                <a:lnTo>
                  <a:pt x="91103" y="136654"/>
                </a:lnTo>
                <a:close/>
                <a:moveTo>
                  <a:pt x="58204" y="35429"/>
                </a:moveTo>
                <a:cubicBezTo>
                  <a:pt x="45615" y="35429"/>
                  <a:pt x="35429" y="45615"/>
                  <a:pt x="35429" y="58204"/>
                </a:cubicBezTo>
                <a:cubicBezTo>
                  <a:pt x="35429" y="62412"/>
                  <a:pt x="32044" y="65796"/>
                  <a:pt x="27837" y="65796"/>
                </a:cubicBezTo>
                <a:cubicBezTo>
                  <a:pt x="23630" y="65796"/>
                  <a:pt x="20245" y="62412"/>
                  <a:pt x="20245" y="58204"/>
                </a:cubicBezTo>
                <a:cubicBezTo>
                  <a:pt x="20245" y="37232"/>
                  <a:pt x="37232" y="20245"/>
                  <a:pt x="58204" y="20245"/>
                </a:cubicBezTo>
                <a:cubicBezTo>
                  <a:pt x="62412" y="20245"/>
                  <a:pt x="65796" y="23630"/>
                  <a:pt x="65796" y="27837"/>
                </a:cubicBezTo>
                <a:cubicBezTo>
                  <a:pt x="65796" y="32044"/>
                  <a:pt x="62412" y="35429"/>
                  <a:pt x="58204" y="354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7"/>
          <p:cNvSpPr/>
          <p:nvPr/>
        </p:nvSpPr>
        <p:spPr>
          <a:xfrm>
            <a:off x="719823" y="4471900"/>
            <a:ext cx="40939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关键创新点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30869" y="4831811"/>
            <a:ext cx="4201966" cy="575858"/>
          </a:xfrm>
          <a:custGeom>
            <a:avLst/>
            <a:gdLst/>
            <a:ahLst/>
            <a:cxnLst/>
            <a:rect l="l" t="t" r="r" b="b"/>
            <a:pathLst>
              <a:path w="4201966" h="575858">
                <a:moveTo>
                  <a:pt x="35991" y="0"/>
                </a:moveTo>
                <a:lnTo>
                  <a:pt x="4129984" y="0"/>
                </a:lnTo>
                <a:cubicBezTo>
                  <a:pt x="4169738" y="0"/>
                  <a:pt x="4201966" y="32228"/>
                  <a:pt x="4201966" y="71982"/>
                </a:cubicBezTo>
                <a:lnTo>
                  <a:pt x="4201966" y="503876"/>
                </a:lnTo>
                <a:cubicBezTo>
                  <a:pt x="4201966" y="543631"/>
                  <a:pt x="4169738" y="575858"/>
                  <a:pt x="4129984" y="575858"/>
                </a:cubicBezTo>
                <a:lnTo>
                  <a:pt x="35991" y="575858"/>
                </a:lnTo>
                <a:cubicBezTo>
                  <a:pt x="16114" y="575858"/>
                  <a:pt x="0" y="559745"/>
                  <a:pt x="0" y="539867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30869" y="4831811"/>
            <a:ext cx="35991" cy="575858"/>
          </a:xfrm>
          <a:custGeom>
            <a:avLst/>
            <a:gdLst/>
            <a:ahLst/>
            <a:cxnLst/>
            <a:rect l="l" t="t" r="r" b="b"/>
            <a:pathLst>
              <a:path w="35991" h="575858">
                <a:moveTo>
                  <a:pt x="35991" y="0"/>
                </a:moveTo>
                <a:lnTo>
                  <a:pt x="35991" y="0"/>
                </a:lnTo>
                <a:lnTo>
                  <a:pt x="35991" y="575858"/>
                </a:lnTo>
                <a:lnTo>
                  <a:pt x="35991" y="575858"/>
                </a:lnTo>
                <a:cubicBezTo>
                  <a:pt x="16114" y="575858"/>
                  <a:pt x="0" y="559745"/>
                  <a:pt x="0" y="539867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0"/>
          <p:cNvSpPr/>
          <p:nvPr/>
        </p:nvSpPr>
        <p:spPr>
          <a:xfrm>
            <a:off x="656838" y="4939785"/>
            <a:ext cx="403100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自适应卡尔曼滤波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6838" y="5155731"/>
            <a:ext cx="40220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根据手部运动速度动态调整滤波参数，平衡平滑性与响应速度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30869" y="5479652"/>
            <a:ext cx="4201966" cy="575858"/>
          </a:xfrm>
          <a:custGeom>
            <a:avLst/>
            <a:gdLst/>
            <a:ahLst/>
            <a:cxnLst/>
            <a:rect l="l" t="t" r="r" b="b"/>
            <a:pathLst>
              <a:path w="4201966" h="575858">
                <a:moveTo>
                  <a:pt x="35991" y="0"/>
                </a:moveTo>
                <a:lnTo>
                  <a:pt x="4129984" y="0"/>
                </a:lnTo>
                <a:cubicBezTo>
                  <a:pt x="4169738" y="0"/>
                  <a:pt x="4201966" y="32228"/>
                  <a:pt x="4201966" y="71982"/>
                </a:cubicBezTo>
                <a:lnTo>
                  <a:pt x="4201966" y="503876"/>
                </a:lnTo>
                <a:cubicBezTo>
                  <a:pt x="4201966" y="543631"/>
                  <a:pt x="4169738" y="575858"/>
                  <a:pt x="4129984" y="575858"/>
                </a:cubicBezTo>
                <a:lnTo>
                  <a:pt x="35991" y="575858"/>
                </a:lnTo>
                <a:cubicBezTo>
                  <a:pt x="16114" y="575858"/>
                  <a:pt x="0" y="559745"/>
                  <a:pt x="0" y="539867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30869" y="5479652"/>
            <a:ext cx="35991" cy="575858"/>
          </a:xfrm>
          <a:custGeom>
            <a:avLst/>
            <a:gdLst/>
            <a:ahLst/>
            <a:cxnLst/>
            <a:rect l="l" t="t" r="r" b="b"/>
            <a:pathLst>
              <a:path w="35991" h="575858">
                <a:moveTo>
                  <a:pt x="35991" y="0"/>
                </a:moveTo>
                <a:lnTo>
                  <a:pt x="35991" y="0"/>
                </a:lnTo>
                <a:lnTo>
                  <a:pt x="35991" y="575858"/>
                </a:lnTo>
                <a:lnTo>
                  <a:pt x="35991" y="575858"/>
                </a:lnTo>
                <a:cubicBezTo>
                  <a:pt x="16114" y="575858"/>
                  <a:pt x="0" y="559745"/>
                  <a:pt x="0" y="539867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4"/>
          <p:cNvSpPr/>
          <p:nvPr/>
        </p:nvSpPr>
        <p:spPr>
          <a:xfrm>
            <a:off x="656838" y="5587625"/>
            <a:ext cx="403100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置信度加权控制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56838" y="5803572"/>
            <a:ext cx="40220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低置信度时沿用前一帧状态，提升低光照场景鲁棒性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30869" y="6127492"/>
            <a:ext cx="4201966" cy="575858"/>
          </a:xfrm>
          <a:custGeom>
            <a:avLst/>
            <a:gdLst/>
            <a:ahLst/>
            <a:cxnLst/>
            <a:rect l="l" t="t" r="r" b="b"/>
            <a:pathLst>
              <a:path w="4201966" h="575858">
                <a:moveTo>
                  <a:pt x="35991" y="0"/>
                </a:moveTo>
                <a:lnTo>
                  <a:pt x="4129984" y="0"/>
                </a:lnTo>
                <a:cubicBezTo>
                  <a:pt x="4169738" y="0"/>
                  <a:pt x="4201966" y="32228"/>
                  <a:pt x="4201966" y="71982"/>
                </a:cubicBezTo>
                <a:lnTo>
                  <a:pt x="4201966" y="503876"/>
                </a:lnTo>
                <a:cubicBezTo>
                  <a:pt x="4201966" y="543631"/>
                  <a:pt x="4169738" y="575858"/>
                  <a:pt x="4129984" y="575858"/>
                </a:cubicBezTo>
                <a:lnTo>
                  <a:pt x="35991" y="575858"/>
                </a:lnTo>
                <a:cubicBezTo>
                  <a:pt x="16114" y="575858"/>
                  <a:pt x="0" y="559745"/>
                  <a:pt x="0" y="539867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0869" y="6127492"/>
            <a:ext cx="35991" cy="575858"/>
          </a:xfrm>
          <a:custGeom>
            <a:avLst/>
            <a:gdLst/>
            <a:ahLst/>
            <a:cxnLst/>
            <a:rect l="l" t="t" r="r" b="b"/>
            <a:pathLst>
              <a:path w="35991" h="575858">
                <a:moveTo>
                  <a:pt x="35991" y="0"/>
                </a:moveTo>
                <a:lnTo>
                  <a:pt x="35991" y="0"/>
                </a:lnTo>
                <a:lnTo>
                  <a:pt x="35991" y="575858"/>
                </a:lnTo>
                <a:lnTo>
                  <a:pt x="35991" y="575858"/>
                </a:lnTo>
                <a:cubicBezTo>
                  <a:pt x="16114" y="575858"/>
                  <a:pt x="0" y="559745"/>
                  <a:pt x="0" y="539867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8"/>
          <p:cNvSpPr/>
          <p:nvPr/>
        </p:nvSpPr>
        <p:spPr>
          <a:xfrm>
            <a:off x="656838" y="6235466"/>
            <a:ext cx="403100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手势语义映射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56838" y="6451413"/>
            <a:ext cx="40220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多手指组合状态映射为舵机方向控制，实现离散指令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995247" y="1012251"/>
            <a:ext cx="6829320" cy="5839563"/>
          </a:xfrm>
          <a:custGeom>
            <a:avLst/>
            <a:gdLst/>
            <a:ahLst/>
            <a:cxnLst/>
            <a:rect l="l" t="t" r="r" b="b"/>
            <a:pathLst>
              <a:path w="6829320" h="5839563">
                <a:moveTo>
                  <a:pt x="107974" y="0"/>
                </a:moveTo>
                <a:lnTo>
                  <a:pt x="6721346" y="0"/>
                </a:lnTo>
                <a:cubicBezTo>
                  <a:pt x="6780978" y="0"/>
                  <a:pt x="6829320" y="48341"/>
                  <a:pt x="6829320" y="107974"/>
                </a:cubicBezTo>
                <a:lnTo>
                  <a:pt x="6829320" y="5731590"/>
                </a:lnTo>
                <a:cubicBezTo>
                  <a:pt x="6829320" y="5791222"/>
                  <a:pt x="6780978" y="5839563"/>
                  <a:pt x="6721346" y="5839563"/>
                </a:cubicBezTo>
                <a:lnTo>
                  <a:pt x="107974" y="5839563"/>
                </a:lnTo>
                <a:cubicBezTo>
                  <a:pt x="48341" y="5839563"/>
                  <a:pt x="0" y="5791222"/>
                  <a:pt x="0" y="5731590"/>
                </a:cubicBezTo>
                <a:lnTo>
                  <a:pt x="0" y="107974"/>
                </a:lnTo>
                <a:cubicBezTo>
                  <a:pt x="0" y="48341"/>
                  <a:pt x="48341" y="0"/>
                  <a:pt x="10797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166205" y="1205703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0" y="30368"/>
                </a:moveTo>
                <a:cubicBezTo>
                  <a:pt x="0" y="24769"/>
                  <a:pt x="4523" y="20245"/>
                  <a:pt x="10123" y="20245"/>
                </a:cubicBezTo>
                <a:lnTo>
                  <a:pt x="131593" y="20245"/>
                </a:lnTo>
                <a:cubicBezTo>
                  <a:pt x="137192" y="20245"/>
                  <a:pt x="141715" y="24769"/>
                  <a:pt x="141715" y="30368"/>
                </a:cubicBezTo>
                <a:cubicBezTo>
                  <a:pt x="141715" y="35967"/>
                  <a:pt x="137192" y="40490"/>
                  <a:pt x="131593" y="40490"/>
                </a:cubicBezTo>
                <a:lnTo>
                  <a:pt x="10123" y="40490"/>
                </a:lnTo>
                <a:cubicBezTo>
                  <a:pt x="4523" y="40490"/>
                  <a:pt x="0" y="35967"/>
                  <a:pt x="0" y="30368"/>
                </a:cubicBezTo>
                <a:close/>
                <a:moveTo>
                  <a:pt x="20245" y="80980"/>
                </a:moveTo>
                <a:cubicBezTo>
                  <a:pt x="20245" y="75381"/>
                  <a:pt x="24769" y="70858"/>
                  <a:pt x="30368" y="70858"/>
                </a:cubicBezTo>
                <a:lnTo>
                  <a:pt x="151838" y="70858"/>
                </a:lnTo>
                <a:cubicBezTo>
                  <a:pt x="157437" y="70858"/>
                  <a:pt x="161960" y="75381"/>
                  <a:pt x="161960" y="80980"/>
                </a:cubicBezTo>
                <a:cubicBezTo>
                  <a:pt x="161960" y="86579"/>
                  <a:pt x="157437" y="91103"/>
                  <a:pt x="151838" y="91103"/>
                </a:cubicBezTo>
                <a:lnTo>
                  <a:pt x="30368" y="91103"/>
                </a:lnTo>
                <a:cubicBezTo>
                  <a:pt x="24769" y="91103"/>
                  <a:pt x="20245" y="86579"/>
                  <a:pt x="20245" y="80980"/>
                </a:cubicBezTo>
                <a:close/>
                <a:moveTo>
                  <a:pt x="141715" y="131593"/>
                </a:moveTo>
                <a:cubicBezTo>
                  <a:pt x="141715" y="137192"/>
                  <a:pt x="137192" y="141715"/>
                  <a:pt x="131593" y="141715"/>
                </a:cubicBezTo>
                <a:lnTo>
                  <a:pt x="10123" y="141715"/>
                </a:lnTo>
                <a:cubicBezTo>
                  <a:pt x="4523" y="141715"/>
                  <a:pt x="0" y="137192"/>
                  <a:pt x="0" y="131593"/>
                </a:cubicBezTo>
                <a:cubicBezTo>
                  <a:pt x="0" y="125994"/>
                  <a:pt x="4523" y="121470"/>
                  <a:pt x="10123" y="121470"/>
                </a:cubicBezTo>
                <a:lnTo>
                  <a:pt x="131593" y="121470"/>
                </a:lnTo>
                <a:cubicBezTo>
                  <a:pt x="137192" y="121470"/>
                  <a:pt x="141715" y="125994"/>
                  <a:pt x="141715" y="13159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Text 42"/>
          <p:cNvSpPr/>
          <p:nvPr/>
        </p:nvSpPr>
        <p:spPr>
          <a:xfrm>
            <a:off x="5350660" y="1160714"/>
            <a:ext cx="640642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数据流可视化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148210" y="1525125"/>
            <a:ext cx="3059247" cy="773810"/>
          </a:xfrm>
          <a:custGeom>
            <a:avLst/>
            <a:gdLst/>
            <a:ahLst/>
            <a:cxnLst/>
            <a:rect l="l" t="t" r="r" b="b"/>
            <a:pathLst>
              <a:path w="3059247" h="773810">
                <a:moveTo>
                  <a:pt x="107970" y="0"/>
                </a:moveTo>
                <a:lnTo>
                  <a:pt x="2951278" y="0"/>
                </a:lnTo>
                <a:cubicBezTo>
                  <a:pt x="3010908" y="0"/>
                  <a:pt x="3059247" y="48340"/>
                  <a:pt x="3059247" y="107970"/>
                </a:cubicBezTo>
                <a:lnTo>
                  <a:pt x="3059247" y="665840"/>
                </a:lnTo>
                <a:cubicBezTo>
                  <a:pt x="3059247" y="725470"/>
                  <a:pt x="3010908" y="773810"/>
                  <a:pt x="2951278" y="773810"/>
                </a:cubicBezTo>
                <a:lnTo>
                  <a:pt x="107970" y="773810"/>
                </a:lnTo>
                <a:cubicBezTo>
                  <a:pt x="48340" y="773810"/>
                  <a:pt x="0" y="725470"/>
                  <a:pt x="0" y="665840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87856" y="1637597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52405" y="22776"/>
                </a:moveTo>
                <a:lnTo>
                  <a:pt x="48750" y="33742"/>
                </a:lnTo>
                <a:lnTo>
                  <a:pt x="22494" y="33742"/>
                </a:lnTo>
                <a:cubicBezTo>
                  <a:pt x="10087" y="33742"/>
                  <a:pt x="0" y="43829"/>
                  <a:pt x="0" y="56236"/>
                </a:cubicBezTo>
                <a:lnTo>
                  <a:pt x="0" y="146214"/>
                </a:lnTo>
                <a:cubicBezTo>
                  <a:pt x="0" y="158621"/>
                  <a:pt x="10087" y="168708"/>
                  <a:pt x="22494" y="168708"/>
                </a:cubicBezTo>
                <a:lnTo>
                  <a:pt x="157461" y="168708"/>
                </a:lnTo>
                <a:cubicBezTo>
                  <a:pt x="169868" y="168708"/>
                  <a:pt x="179956" y="158621"/>
                  <a:pt x="179956" y="146214"/>
                </a:cubicBezTo>
                <a:lnTo>
                  <a:pt x="179956" y="56236"/>
                </a:lnTo>
                <a:cubicBezTo>
                  <a:pt x="179956" y="43829"/>
                  <a:pt x="169868" y="33742"/>
                  <a:pt x="157461" y="33742"/>
                </a:cubicBezTo>
                <a:lnTo>
                  <a:pt x="131206" y="33742"/>
                </a:lnTo>
                <a:lnTo>
                  <a:pt x="127551" y="22776"/>
                </a:lnTo>
                <a:cubicBezTo>
                  <a:pt x="125266" y="15887"/>
                  <a:pt x="118834" y="11247"/>
                  <a:pt x="111558" y="11247"/>
                </a:cubicBezTo>
                <a:lnTo>
                  <a:pt x="68397" y="11247"/>
                </a:lnTo>
                <a:cubicBezTo>
                  <a:pt x="61122" y="11247"/>
                  <a:pt x="54690" y="15887"/>
                  <a:pt x="52405" y="22776"/>
                </a:cubicBezTo>
                <a:close/>
                <a:moveTo>
                  <a:pt x="89978" y="67483"/>
                </a:moveTo>
                <a:cubicBezTo>
                  <a:pt x="108600" y="67483"/>
                  <a:pt x="123720" y="82603"/>
                  <a:pt x="123720" y="101225"/>
                </a:cubicBezTo>
                <a:cubicBezTo>
                  <a:pt x="123720" y="119848"/>
                  <a:pt x="108600" y="134967"/>
                  <a:pt x="89978" y="134967"/>
                </a:cubicBezTo>
                <a:cubicBezTo>
                  <a:pt x="71355" y="134967"/>
                  <a:pt x="56236" y="119848"/>
                  <a:pt x="56236" y="101225"/>
                </a:cubicBezTo>
                <a:cubicBezTo>
                  <a:pt x="56236" y="82603"/>
                  <a:pt x="71355" y="67483"/>
                  <a:pt x="89978" y="6748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5"/>
          <p:cNvSpPr/>
          <p:nvPr/>
        </p:nvSpPr>
        <p:spPr>
          <a:xfrm>
            <a:off x="5229190" y="1858043"/>
            <a:ext cx="289728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摄像头采集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233689" y="2037999"/>
            <a:ext cx="288828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640×480 RGB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337925" y="1837798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141321" y="78337"/>
                </a:moveTo>
                <a:cubicBezTo>
                  <a:pt x="144836" y="74822"/>
                  <a:pt x="144836" y="69114"/>
                  <a:pt x="141321" y="65599"/>
                </a:cubicBezTo>
                <a:lnTo>
                  <a:pt x="96333" y="20611"/>
                </a:lnTo>
                <a:cubicBezTo>
                  <a:pt x="92818" y="17096"/>
                  <a:pt x="87110" y="17096"/>
                  <a:pt x="83595" y="20611"/>
                </a:cubicBezTo>
                <a:cubicBezTo>
                  <a:pt x="80080" y="24125"/>
                  <a:pt x="80080" y="29833"/>
                  <a:pt x="83595" y="33348"/>
                </a:cubicBezTo>
                <a:lnTo>
                  <a:pt x="113232" y="62985"/>
                </a:lnTo>
                <a:lnTo>
                  <a:pt x="8998" y="62985"/>
                </a:lnTo>
                <a:cubicBezTo>
                  <a:pt x="4021" y="62985"/>
                  <a:pt x="0" y="67005"/>
                  <a:pt x="0" y="71982"/>
                </a:cubicBezTo>
                <a:cubicBezTo>
                  <a:pt x="0" y="76959"/>
                  <a:pt x="4021" y="80980"/>
                  <a:pt x="8998" y="80980"/>
                </a:cubicBezTo>
                <a:lnTo>
                  <a:pt x="113232" y="80980"/>
                </a:lnTo>
                <a:lnTo>
                  <a:pt x="83595" y="110617"/>
                </a:lnTo>
                <a:cubicBezTo>
                  <a:pt x="80080" y="114131"/>
                  <a:pt x="80080" y="119839"/>
                  <a:pt x="83595" y="123354"/>
                </a:cubicBezTo>
                <a:cubicBezTo>
                  <a:pt x="87110" y="126869"/>
                  <a:pt x="92818" y="126869"/>
                  <a:pt x="96333" y="123354"/>
                </a:cubicBezTo>
                <a:lnTo>
                  <a:pt x="141321" y="7836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1" name="Shape 48"/>
          <p:cNvSpPr/>
          <p:nvPr/>
        </p:nvSpPr>
        <p:spPr>
          <a:xfrm>
            <a:off x="8612357" y="1525125"/>
            <a:ext cx="3059247" cy="773810"/>
          </a:xfrm>
          <a:custGeom>
            <a:avLst/>
            <a:gdLst/>
            <a:ahLst/>
            <a:cxnLst/>
            <a:rect l="l" t="t" r="r" b="b"/>
            <a:pathLst>
              <a:path w="3059247" h="773810">
                <a:moveTo>
                  <a:pt x="107970" y="0"/>
                </a:moveTo>
                <a:lnTo>
                  <a:pt x="2951278" y="0"/>
                </a:lnTo>
                <a:cubicBezTo>
                  <a:pt x="3010908" y="0"/>
                  <a:pt x="3059247" y="48340"/>
                  <a:pt x="3059247" y="107970"/>
                </a:cubicBezTo>
                <a:lnTo>
                  <a:pt x="3059247" y="665840"/>
                </a:lnTo>
                <a:cubicBezTo>
                  <a:pt x="3059247" y="725470"/>
                  <a:pt x="3010908" y="773810"/>
                  <a:pt x="2951278" y="773810"/>
                </a:cubicBezTo>
                <a:lnTo>
                  <a:pt x="107970" y="773810"/>
                </a:lnTo>
                <a:cubicBezTo>
                  <a:pt x="48340" y="773810"/>
                  <a:pt x="0" y="725470"/>
                  <a:pt x="0" y="665840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052003" y="1637597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1247" y="22494"/>
                </a:moveTo>
                <a:cubicBezTo>
                  <a:pt x="6713" y="22494"/>
                  <a:pt x="2601" y="25236"/>
                  <a:pt x="844" y="29454"/>
                </a:cubicBezTo>
                <a:cubicBezTo>
                  <a:pt x="-914" y="33671"/>
                  <a:pt x="70" y="38487"/>
                  <a:pt x="3304" y="41685"/>
                </a:cubicBezTo>
                <a:lnTo>
                  <a:pt x="67483" y="105900"/>
                </a:lnTo>
                <a:lnTo>
                  <a:pt x="67483" y="146214"/>
                </a:lnTo>
                <a:cubicBezTo>
                  <a:pt x="67483" y="149202"/>
                  <a:pt x="68678" y="152049"/>
                  <a:pt x="70787" y="154157"/>
                </a:cubicBezTo>
                <a:lnTo>
                  <a:pt x="93282" y="176652"/>
                </a:lnTo>
                <a:cubicBezTo>
                  <a:pt x="96515" y="179885"/>
                  <a:pt x="101331" y="180834"/>
                  <a:pt x="105548" y="179077"/>
                </a:cubicBezTo>
                <a:cubicBezTo>
                  <a:pt x="109766" y="177320"/>
                  <a:pt x="112472" y="173243"/>
                  <a:pt x="112472" y="168708"/>
                </a:cubicBezTo>
                <a:lnTo>
                  <a:pt x="112472" y="105900"/>
                </a:lnTo>
                <a:lnTo>
                  <a:pt x="176652" y="41720"/>
                </a:lnTo>
                <a:cubicBezTo>
                  <a:pt x="179885" y="38487"/>
                  <a:pt x="180834" y="33671"/>
                  <a:pt x="179077" y="29454"/>
                </a:cubicBezTo>
                <a:cubicBezTo>
                  <a:pt x="177320" y="25236"/>
                  <a:pt x="173243" y="22494"/>
                  <a:pt x="168708" y="22494"/>
                </a:cubicBezTo>
                <a:lnTo>
                  <a:pt x="11247" y="2249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0"/>
          <p:cNvSpPr/>
          <p:nvPr/>
        </p:nvSpPr>
        <p:spPr>
          <a:xfrm>
            <a:off x="8693337" y="1858043"/>
            <a:ext cx="289728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图像预处理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697836" y="2037999"/>
            <a:ext cx="288828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均衡化+模糊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351422" y="2547850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6" name="Shape 53"/>
          <p:cNvSpPr/>
          <p:nvPr/>
        </p:nvSpPr>
        <p:spPr>
          <a:xfrm>
            <a:off x="5148210" y="2963224"/>
            <a:ext cx="3059247" cy="773810"/>
          </a:xfrm>
          <a:custGeom>
            <a:avLst/>
            <a:gdLst/>
            <a:ahLst/>
            <a:cxnLst/>
            <a:rect l="l" t="t" r="r" b="b"/>
            <a:pathLst>
              <a:path w="3059247" h="773810">
                <a:moveTo>
                  <a:pt x="107970" y="0"/>
                </a:moveTo>
                <a:lnTo>
                  <a:pt x="2951278" y="0"/>
                </a:lnTo>
                <a:cubicBezTo>
                  <a:pt x="3010908" y="0"/>
                  <a:pt x="3059247" y="48340"/>
                  <a:pt x="3059247" y="107970"/>
                </a:cubicBezTo>
                <a:lnTo>
                  <a:pt x="3059247" y="665840"/>
                </a:lnTo>
                <a:cubicBezTo>
                  <a:pt x="3059247" y="725470"/>
                  <a:pt x="3010908" y="773810"/>
                  <a:pt x="2951278" y="773810"/>
                </a:cubicBezTo>
                <a:lnTo>
                  <a:pt x="107970" y="773810"/>
                </a:lnTo>
                <a:cubicBezTo>
                  <a:pt x="48340" y="773810"/>
                  <a:pt x="0" y="725470"/>
                  <a:pt x="0" y="665840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87856" y="307569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42177" y="19683"/>
                </a:moveTo>
                <a:cubicBezTo>
                  <a:pt x="42177" y="8822"/>
                  <a:pt x="50999" y="0"/>
                  <a:pt x="61860" y="0"/>
                </a:cubicBezTo>
                <a:lnTo>
                  <a:pt x="70295" y="0"/>
                </a:lnTo>
                <a:cubicBezTo>
                  <a:pt x="76516" y="0"/>
                  <a:pt x="81542" y="5026"/>
                  <a:pt x="81542" y="11247"/>
                </a:cubicBezTo>
                <a:lnTo>
                  <a:pt x="81542" y="168708"/>
                </a:lnTo>
                <a:cubicBezTo>
                  <a:pt x="81542" y="174930"/>
                  <a:pt x="76516" y="179956"/>
                  <a:pt x="70295" y="179956"/>
                </a:cubicBezTo>
                <a:lnTo>
                  <a:pt x="59048" y="179956"/>
                </a:lnTo>
                <a:cubicBezTo>
                  <a:pt x="48574" y="179956"/>
                  <a:pt x="39752" y="172786"/>
                  <a:pt x="37256" y="163085"/>
                </a:cubicBezTo>
                <a:cubicBezTo>
                  <a:pt x="37010" y="163085"/>
                  <a:pt x="36800" y="163085"/>
                  <a:pt x="36554" y="163085"/>
                </a:cubicBezTo>
                <a:cubicBezTo>
                  <a:pt x="21018" y="163085"/>
                  <a:pt x="8435" y="150502"/>
                  <a:pt x="8435" y="134967"/>
                </a:cubicBezTo>
                <a:cubicBezTo>
                  <a:pt x="8435" y="128640"/>
                  <a:pt x="10544" y="122806"/>
                  <a:pt x="14059" y="118096"/>
                </a:cubicBezTo>
                <a:cubicBezTo>
                  <a:pt x="7240" y="112964"/>
                  <a:pt x="2812" y="104810"/>
                  <a:pt x="2812" y="95601"/>
                </a:cubicBezTo>
                <a:cubicBezTo>
                  <a:pt x="2812" y="84741"/>
                  <a:pt x="8998" y="75286"/>
                  <a:pt x="17996" y="70612"/>
                </a:cubicBezTo>
                <a:cubicBezTo>
                  <a:pt x="15500" y="66394"/>
                  <a:pt x="14059" y="61473"/>
                  <a:pt x="14059" y="56236"/>
                </a:cubicBezTo>
                <a:cubicBezTo>
                  <a:pt x="14059" y="40701"/>
                  <a:pt x="26642" y="28118"/>
                  <a:pt x="42177" y="28118"/>
                </a:cubicBezTo>
                <a:lnTo>
                  <a:pt x="42177" y="19683"/>
                </a:lnTo>
                <a:close/>
                <a:moveTo>
                  <a:pt x="137779" y="19683"/>
                </a:moveTo>
                <a:lnTo>
                  <a:pt x="137779" y="28118"/>
                </a:lnTo>
                <a:cubicBezTo>
                  <a:pt x="153314" y="28118"/>
                  <a:pt x="165897" y="40701"/>
                  <a:pt x="165897" y="56236"/>
                </a:cubicBezTo>
                <a:cubicBezTo>
                  <a:pt x="165897" y="61508"/>
                  <a:pt x="164456" y="66429"/>
                  <a:pt x="161960" y="70612"/>
                </a:cubicBezTo>
                <a:cubicBezTo>
                  <a:pt x="170993" y="75286"/>
                  <a:pt x="177144" y="84706"/>
                  <a:pt x="177144" y="95601"/>
                </a:cubicBezTo>
                <a:cubicBezTo>
                  <a:pt x="177144" y="104810"/>
                  <a:pt x="172715" y="112964"/>
                  <a:pt x="165897" y="118096"/>
                </a:cubicBezTo>
                <a:cubicBezTo>
                  <a:pt x="169411" y="122806"/>
                  <a:pt x="171520" y="128640"/>
                  <a:pt x="171520" y="134967"/>
                </a:cubicBezTo>
                <a:cubicBezTo>
                  <a:pt x="171520" y="150502"/>
                  <a:pt x="158937" y="163085"/>
                  <a:pt x="143402" y="163085"/>
                </a:cubicBezTo>
                <a:cubicBezTo>
                  <a:pt x="143156" y="163085"/>
                  <a:pt x="142945" y="163085"/>
                  <a:pt x="142699" y="163085"/>
                </a:cubicBezTo>
                <a:cubicBezTo>
                  <a:pt x="140204" y="172786"/>
                  <a:pt x="131382" y="179956"/>
                  <a:pt x="120908" y="179956"/>
                </a:cubicBezTo>
                <a:lnTo>
                  <a:pt x="109661" y="179956"/>
                </a:lnTo>
                <a:cubicBezTo>
                  <a:pt x="103439" y="179956"/>
                  <a:pt x="98413" y="174930"/>
                  <a:pt x="98413" y="168708"/>
                </a:cubicBezTo>
                <a:lnTo>
                  <a:pt x="98413" y="11247"/>
                </a:lnTo>
                <a:cubicBezTo>
                  <a:pt x="98413" y="5026"/>
                  <a:pt x="103439" y="0"/>
                  <a:pt x="109661" y="0"/>
                </a:cubicBezTo>
                <a:lnTo>
                  <a:pt x="118096" y="0"/>
                </a:lnTo>
                <a:cubicBezTo>
                  <a:pt x="128957" y="0"/>
                  <a:pt x="137779" y="8822"/>
                  <a:pt x="137779" y="1968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5"/>
          <p:cNvSpPr/>
          <p:nvPr/>
        </p:nvSpPr>
        <p:spPr>
          <a:xfrm>
            <a:off x="5229190" y="3296142"/>
            <a:ext cx="289728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MediaPipe推理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5233689" y="3476098"/>
            <a:ext cx="288828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21个关键点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337925" y="3275897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141321" y="78337"/>
                </a:moveTo>
                <a:cubicBezTo>
                  <a:pt x="144836" y="74822"/>
                  <a:pt x="144836" y="69114"/>
                  <a:pt x="141321" y="65599"/>
                </a:cubicBezTo>
                <a:lnTo>
                  <a:pt x="96333" y="20611"/>
                </a:lnTo>
                <a:cubicBezTo>
                  <a:pt x="92818" y="17096"/>
                  <a:pt x="87110" y="17096"/>
                  <a:pt x="83595" y="20611"/>
                </a:cubicBezTo>
                <a:cubicBezTo>
                  <a:pt x="80080" y="24125"/>
                  <a:pt x="80080" y="29833"/>
                  <a:pt x="83595" y="33348"/>
                </a:cubicBezTo>
                <a:lnTo>
                  <a:pt x="113232" y="62985"/>
                </a:lnTo>
                <a:lnTo>
                  <a:pt x="8998" y="62985"/>
                </a:lnTo>
                <a:cubicBezTo>
                  <a:pt x="4021" y="62985"/>
                  <a:pt x="0" y="67005"/>
                  <a:pt x="0" y="71982"/>
                </a:cubicBezTo>
                <a:cubicBezTo>
                  <a:pt x="0" y="76959"/>
                  <a:pt x="4021" y="80980"/>
                  <a:pt x="8998" y="80980"/>
                </a:cubicBezTo>
                <a:lnTo>
                  <a:pt x="113232" y="80980"/>
                </a:lnTo>
                <a:lnTo>
                  <a:pt x="83595" y="110617"/>
                </a:lnTo>
                <a:cubicBezTo>
                  <a:pt x="80080" y="114131"/>
                  <a:pt x="80080" y="119839"/>
                  <a:pt x="83595" y="123354"/>
                </a:cubicBezTo>
                <a:cubicBezTo>
                  <a:pt x="87110" y="126869"/>
                  <a:pt x="92818" y="126869"/>
                  <a:pt x="96333" y="123354"/>
                </a:cubicBezTo>
                <a:lnTo>
                  <a:pt x="141321" y="7836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1" name="Shape 58"/>
          <p:cNvSpPr/>
          <p:nvPr/>
        </p:nvSpPr>
        <p:spPr>
          <a:xfrm>
            <a:off x="8612357" y="2963224"/>
            <a:ext cx="3059247" cy="773810"/>
          </a:xfrm>
          <a:custGeom>
            <a:avLst/>
            <a:gdLst/>
            <a:ahLst/>
            <a:cxnLst/>
            <a:rect l="l" t="t" r="r" b="b"/>
            <a:pathLst>
              <a:path w="3059247" h="773810">
                <a:moveTo>
                  <a:pt x="107970" y="0"/>
                </a:moveTo>
                <a:lnTo>
                  <a:pt x="2951278" y="0"/>
                </a:lnTo>
                <a:cubicBezTo>
                  <a:pt x="3010908" y="0"/>
                  <a:pt x="3059247" y="48340"/>
                  <a:pt x="3059247" y="107970"/>
                </a:cubicBezTo>
                <a:lnTo>
                  <a:pt x="3059247" y="665840"/>
                </a:lnTo>
                <a:cubicBezTo>
                  <a:pt x="3059247" y="725470"/>
                  <a:pt x="3010908" y="773810"/>
                  <a:pt x="2951278" y="773810"/>
                </a:cubicBezTo>
                <a:lnTo>
                  <a:pt x="107970" y="773810"/>
                </a:lnTo>
                <a:cubicBezTo>
                  <a:pt x="48340" y="773810"/>
                  <a:pt x="0" y="725470"/>
                  <a:pt x="0" y="665840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52003" y="307569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22494" y="33742"/>
                </a:moveTo>
                <a:cubicBezTo>
                  <a:pt x="22494" y="27521"/>
                  <a:pt x="27521" y="22494"/>
                  <a:pt x="33742" y="22494"/>
                </a:cubicBezTo>
                <a:lnTo>
                  <a:pt x="89978" y="22494"/>
                </a:lnTo>
                <a:cubicBezTo>
                  <a:pt x="96199" y="22494"/>
                  <a:pt x="101225" y="27521"/>
                  <a:pt x="101225" y="33742"/>
                </a:cubicBezTo>
                <a:lnTo>
                  <a:pt x="101225" y="134967"/>
                </a:lnTo>
                <a:lnTo>
                  <a:pt x="134967" y="134967"/>
                </a:lnTo>
                <a:lnTo>
                  <a:pt x="134967" y="89978"/>
                </a:lnTo>
                <a:cubicBezTo>
                  <a:pt x="134967" y="83757"/>
                  <a:pt x="139993" y="78731"/>
                  <a:pt x="146214" y="78731"/>
                </a:cubicBezTo>
                <a:lnTo>
                  <a:pt x="168708" y="78731"/>
                </a:lnTo>
                <a:cubicBezTo>
                  <a:pt x="174930" y="78731"/>
                  <a:pt x="179956" y="83757"/>
                  <a:pt x="179956" y="89978"/>
                </a:cubicBezTo>
                <a:cubicBezTo>
                  <a:pt x="179956" y="96199"/>
                  <a:pt x="174930" y="101225"/>
                  <a:pt x="168708" y="101225"/>
                </a:cubicBezTo>
                <a:lnTo>
                  <a:pt x="157461" y="101225"/>
                </a:lnTo>
                <a:lnTo>
                  <a:pt x="157461" y="146214"/>
                </a:lnTo>
                <a:cubicBezTo>
                  <a:pt x="157461" y="152435"/>
                  <a:pt x="152435" y="157461"/>
                  <a:pt x="146214" y="157461"/>
                </a:cubicBezTo>
                <a:lnTo>
                  <a:pt x="89978" y="157461"/>
                </a:lnTo>
                <a:cubicBezTo>
                  <a:pt x="83757" y="157461"/>
                  <a:pt x="78731" y="152435"/>
                  <a:pt x="78731" y="146214"/>
                </a:cubicBezTo>
                <a:lnTo>
                  <a:pt x="78731" y="44989"/>
                </a:lnTo>
                <a:lnTo>
                  <a:pt x="44989" y="44989"/>
                </a:lnTo>
                <a:lnTo>
                  <a:pt x="44989" y="89978"/>
                </a:lnTo>
                <a:cubicBezTo>
                  <a:pt x="44989" y="96199"/>
                  <a:pt x="39963" y="101225"/>
                  <a:pt x="33742" y="101225"/>
                </a:cubicBezTo>
                <a:lnTo>
                  <a:pt x="11247" y="101225"/>
                </a:lnTo>
                <a:cubicBezTo>
                  <a:pt x="5026" y="101225"/>
                  <a:pt x="0" y="96199"/>
                  <a:pt x="0" y="89978"/>
                </a:cubicBezTo>
                <a:cubicBezTo>
                  <a:pt x="0" y="83757"/>
                  <a:pt x="5026" y="78731"/>
                  <a:pt x="11247" y="78731"/>
                </a:cubicBezTo>
                <a:lnTo>
                  <a:pt x="22494" y="78731"/>
                </a:lnTo>
                <a:lnTo>
                  <a:pt x="22494" y="3374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Text 60"/>
          <p:cNvSpPr/>
          <p:nvPr/>
        </p:nvSpPr>
        <p:spPr>
          <a:xfrm>
            <a:off x="8693337" y="3296142"/>
            <a:ext cx="289728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卡尔曼滤波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697836" y="3476098"/>
            <a:ext cx="288828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平滑抖动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351422" y="3985949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6" name="Shape 63"/>
          <p:cNvSpPr/>
          <p:nvPr/>
        </p:nvSpPr>
        <p:spPr>
          <a:xfrm>
            <a:off x="5148210" y="4401323"/>
            <a:ext cx="3059247" cy="773810"/>
          </a:xfrm>
          <a:custGeom>
            <a:avLst/>
            <a:gdLst/>
            <a:ahLst/>
            <a:cxnLst/>
            <a:rect l="l" t="t" r="r" b="b"/>
            <a:pathLst>
              <a:path w="3059247" h="773810">
                <a:moveTo>
                  <a:pt x="107970" y="0"/>
                </a:moveTo>
                <a:lnTo>
                  <a:pt x="2951278" y="0"/>
                </a:lnTo>
                <a:cubicBezTo>
                  <a:pt x="3010908" y="0"/>
                  <a:pt x="3059247" y="48340"/>
                  <a:pt x="3059247" y="107970"/>
                </a:cubicBezTo>
                <a:lnTo>
                  <a:pt x="3059247" y="665840"/>
                </a:lnTo>
                <a:cubicBezTo>
                  <a:pt x="3059247" y="725470"/>
                  <a:pt x="3010908" y="773810"/>
                  <a:pt x="2951278" y="773810"/>
                </a:cubicBezTo>
                <a:lnTo>
                  <a:pt x="107970" y="773810"/>
                </a:lnTo>
                <a:cubicBezTo>
                  <a:pt x="48340" y="773810"/>
                  <a:pt x="0" y="725470"/>
                  <a:pt x="0" y="665840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587856" y="451379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01225" y="11247"/>
                </a:moveTo>
                <a:cubicBezTo>
                  <a:pt x="101225" y="5026"/>
                  <a:pt x="96199" y="0"/>
                  <a:pt x="89978" y="0"/>
                </a:cubicBezTo>
                <a:cubicBezTo>
                  <a:pt x="83757" y="0"/>
                  <a:pt x="78731" y="5026"/>
                  <a:pt x="78731" y="11247"/>
                </a:cubicBezTo>
                <a:lnTo>
                  <a:pt x="78731" y="84354"/>
                </a:lnTo>
                <a:cubicBezTo>
                  <a:pt x="78731" y="87447"/>
                  <a:pt x="76200" y="89978"/>
                  <a:pt x="73107" y="89978"/>
                </a:cubicBezTo>
                <a:cubicBezTo>
                  <a:pt x="70014" y="89978"/>
                  <a:pt x="67483" y="87447"/>
                  <a:pt x="67483" y="84354"/>
                </a:cubicBezTo>
                <a:lnTo>
                  <a:pt x="67483" y="22494"/>
                </a:lnTo>
                <a:cubicBezTo>
                  <a:pt x="67483" y="16273"/>
                  <a:pt x="62457" y="11247"/>
                  <a:pt x="56236" y="11247"/>
                </a:cubicBezTo>
                <a:cubicBezTo>
                  <a:pt x="50015" y="11247"/>
                  <a:pt x="44989" y="16273"/>
                  <a:pt x="44989" y="22494"/>
                </a:cubicBezTo>
                <a:lnTo>
                  <a:pt x="44989" y="118096"/>
                </a:lnTo>
                <a:cubicBezTo>
                  <a:pt x="44989" y="118623"/>
                  <a:pt x="44989" y="119186"/>
                  <a:pt x="45024" y="119713"/>
                </a:cubicBezTo>
                <a:lnTo>
                  <a:pt x="23760" y="99468"/>
                </a:lnTo>
                <a:cubicBezTo>
                  <a:pt x="18136" y="94125"/>
                  <a:pt x="9244" y="94336"/>
                  <a:pt x="3866" y="99960"/>
                </a:cubicBezTo>
                <a:cubicBezTo>
                  <a:pt x="-1511" y="105583"/>
                  <a:pt x="-1265" y="114476"/>
                  <a:pt x="4358" y="119853"/>
                </a:cubicBezTo>
                <a:lnTo>
                  <a:pt x="43864" y="157461"/>
                </a:lnTo>
                <a:cubicBezTo>
                  <a:pt x="59013" y="171907"/>
                  <a:pt x="79152" y="179956"/>
                  <a:pt x="100100" y="179956"/>
                </a:cubicBezTo>
                <a:lnTo>
                  <a:pt x="106849" y="179956"/>
                </a:lnTo>
                <a:cubicBezTo>
                  <a:pt x="141012" y="179956"/>
                  <a:pt x="168708" y="152259"/>
                  <a:pt x="168708" y="118096"/>
                </a:cubicBezTo>
                <a:lnTo>
                  <a:pt x="168708" y="44989"/>
                </a:lnTo>
                <a:cubicBezTo>
                  <a:pt x="168708" y="38768"/>
                  <a:pt x="163682" y="33742"/>
                  <a:pt x="157461" y="33742"/>
                </a:cubicBezTo>
                <a:cubicBezTo>
                  <a:pt x="151240" y="33742"/>
                  <a:pt x="146214" y="38768"/>
                  <a:pt x="146214" y="44989"/>
                </a:cubicBezTo>
                <a:lnTo>
                  <a:pt x="146214" y="84354"/>
                </a:lnTo>
                <a:cubicBezTo>
                  <a:pt x="146214" y="87447"/>
                  <a:pt x="143683" y="89978"/>
                  <a:pt x="140590" y="89978"/>
                </a:cubicBezTo>
                <a:cubicBezTo>
                  <a:pt x="137497" y="89978"/>
                  <a:pt x="134967" y="87447"/>
                  <a:pt x="134967" y="84354"/>
                </a:cubicBezTo>
                <a:lnTo>
                  <a:pt x="134967" y="22494"/>
                </a:lnTo>
                <a:cubicBezTo>
                  <a:pt x="134967" y="16273"/>
                  <a:pt x="129941" y="11247"/>
                  <a:pt x="123720" y="11247"/>
                </a:cubicBezTo>
                <a:cubicBezTo>
                  <a:pt x="117498" y="11247"/>
                  <a:pt x="112472" y="16273"/>
                  <a:pt x="112472" y="22494"/>
                </a:cubicBezTo>
                <a:lnTo>
                  <a:pt x="112472" y="84354"/>
                </a:lnTo>
                <a:cubicBezTo>
                  <a:pt x="112472" y="87447"/>
                  <a:pt x="109942" y="89978"/>
                  <a:pt x="106849" y="89978"/>
                </a:cubicBezTo>
                <a:cubicBezTo>
                  <a:pt x="103756" y="89978"/>
                  <a:pt x="101225" y="87447"/>
                  <a:pt x="101225" y="84354"/>
                </a:cubicBezTo>
                <a:lnTo>
                  <a:pt x="101225" y="1124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8" name="Text 65"/>
          <p:cNvSpPr/>
          <p:nvPr/>
        </p:nvSpPr>
        <p:spPr>
          <a:xfrm>
            <a:off x="5229190" y="4734241"/>
            <a:ext cx="289728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手势解析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5233689" y="4914197"/>
            <a:ext cx="288828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手指状态判断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8337925" y="4713996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141321" y="78337"/>
                </a:moveTo>
                <a:cubicBezTo>
                  <a:pt x="144836" y="74822"/>
                  <a:pt x="144836" y="69114"/>
                  <a:pt x="141321" y="65599"/>
                </a:cubicBezTo>
                <a:lnTo>
                  <a:pt x="96333" y="20611"/>
                </a:lnTo>
                <a:cubicBezTo>
                  <a:pt x="92818" y="17096"/>
                  <a:pt x="87110" y="17096"/>
                  <a:pt x="83595" y="20611"/>
                </a:cubicBezTo>
                <a:cubicBezTo>
                  <a:pt x="80080" y="24125"/>
                  <a:pt x="80080" y="29833"/>
                  <a:pt x="83595" y="33348"/>
                </a:cubicBezTo>
                <a:lnTo>
                  <a:pt x="113232" y="62985"/>
                </a:lnTo>
                <a:lnTo>
                  <a:pt x="8998" y="62985"/>
                </a:lnTo>
                <a:cubicBezTo>
                  <a:pt x="4021" y="62985"/>
                  <a:pt x="0" y="67005"/>
                  <a:pt x="0" y="71982"/>
                </a:cubicBezTo>
                <a:cubicBezTo>
                  <a:pt x="0" y="76959"/>
                  <a:pt x="4021" y="80980"/>
                  <a:pt x="8998" y="80980"/>
                </a:cubicBezTo>
                <a:lnTo>
                  <a:pt x="113232" y="80980"/>
                </a:lnTo>
                <a:lnTo>
                  <a:pt x="83595" y="110617"/>
                </a:lnTo>
                <a:cubicBezTo>
                  <a:pt x="80080" y="114131"/>
                  <a:pt x="80080" y="119839"/>
                  <a:pt x="83595" y="123354"/>
                </a:cubicBezTo>
                <a:cubicBezTo>
                  <a:pt x="87110" y="126869"/>
                  <a:pt x="92818" y="126869"/>
                  <a:pt x="96333" y="123354"/>
                </a:cubicBezTo>
                <a:lnTo>
                  <a:pt x="141321" y="7836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1" name="Shape 68"/>
          <p:cNvSpPr/>
          <p:nvPr/>
        </p:nvSpPr>
        <p:spPr>
          <a:xfrm>
            <a:off x="8612357" y="4401323"/>
            <a:ext cx="3059247" cy="773810"/>
          </a:xfrm>
          <a:custGeom>
            <a:avLst/>
            <a:gdLst/>
            <a:ahLst/>
            <a:cxnLst/>
            <a:rect l="l" t="t" r="r" b="b"/>
            <a:pathLst>
              <a:path w="3059247" h="773810">
                <a:moveTo>
                  <a:pt x="107970" y="0"/>
                </a:moveTo>
                <a:lnTo>
                  <a:pt x="2951278" y="0"/>
                </a:lnTo>
                <a:cubicBezTo>
                  <a:pt x="3010908" y="0"/>
                  <a:pt x="3059247" y="48340"/>
                  <a:pt x="3059247" y="107970"/>
                </a:cubicBezTo>
                <a:lnTo>
                  <a:pt x="3059247" y="665840"/>
                </a:lnTo>
                <a:cubicBezTo>
                  <a:pt x="3059247" y="725470"/>
                  <a:pt x="3010908" y="773810"/>
                  <a:pt x="2951278" y="773810"/>
                </a:cubicBezTo>
                <a:lnTo>
                  <a:pt x="107970" y="773810"/>
                </a:lnTo>
                <a:cubicBezTo>
                  <a:pt x="48340" y="773810"/>
                  <a:pt x="0" y="725470"/>
                  <a:pt x="0" y="665840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074498" y="4513796"/>
            <a:ext cx="134967" cy="179956"/>
          </a:xfrm>
          <a:custGeom>
            <a:avLst/>
            <a:gdLst/>
            <a:ahLst/>
            <a:cxnLst/>
            <a:rect l="l" t="t" r="r" b="b"/>
            <a:pathLst>
              <a:path w="134967" h="179956">
                <a:moveTo>
                  <a:pt x="22494" y="0"/>
                </a:moveTo>
                <a:cubicBezTo>
                  <a:pt x="10087" y="0"/>
                  <a:pt x="0" y="10087"/>
                  <a:pt x="0" y="22494"/>
                </a:cubicBezTo>
                <a:lnTo>
                  <a:pt x="0" y="157461"/>
                </a:lnTo>
                <a:cubicBezTo>
                  <a:pt x="0" y="169868"/>
                  <a:pt x="10087" y="179956"/>
                  <a:pt x="22494" y="179956"/>
                </a:cubicBezTo>
                <a:lnTo>
                  <a:pt x="112472" y="179956"/>
                </a:lnTo>
                <a:cubicBezTo>
                  <a:pt x="124879" y="179956"/>
                  <a:pt x="134967" y="169868"/>
                  <a:pt x="134967" y="157461"/>
                </a:cubicBezTo>
                <a:lnTo>
                  <a:pt x="134967" y="22494"/>
                </a:lnTo>
                <a:cubicBezTo>
                  <a:pt x="134967" y="10087"/>
                  <a:pt x="124879" y="0"/>
                  <a:pt x="112472" y="0"/>
                </a:cubicBezTo>
                <a:lnTo>
                  <a:pt x="22494" y="0"/>
                </a:lnTo>
                <a:close/>
                <a:moveTo>
                  <a:pt x="33742" y="22494"/>
                </a:moveTo>
                <a:lnTo>
                  <a:pt x="101225" y="22494"/>
                </a:lnTo>
                <a:cubicBezTo>
                  <a:pt x="107446" y="22494"/>
                  <a:pt x="112472" y="27521"/>
                  <a:pt x="112472" y="33742"/>
                </a:cubicBezTo>
                <a:lnTo>
                  <a:pt x="112472" y="44989"/>
                </a:lnTo>
                <a:cubicBezTo>
                  <a:pt x="112472" y="51210"/>
                  <a:pt x="107446" y="56236"/>
                  <a:pt x="101225" y="56236"/>
                </a:cubicBezTo>
                <a:lnTo>
                  <a:pt x="33742" y="56236"/>
                </a:lnTo>
                <a:cubicBezTo>
                  <a:pt x="27521" y="56236"/>
                  <a:pt x="22494" y="51210"/>
                  <a:pt x="22494" y="44989"/>
                </a:cubicBezTo>
                <a:lnTo>
                  <a:pt x="22494" y="33742"/>
                </a:lnTo>
                <a:cubicBezTo>
                  <a:pt x="22494" y="27521"/>
                  <a:pt x="27521" y="22494"/>
                  <a:pt x="33742" y="22494"/>
                </a:cubicBezTo>
                <a:close/>
                <a:moveTo>
                  <a:pt x="39365" y="81542"/>
                </a:moveTo>
                <a:cubicBezTo>
                  <a:pt x="39365" y="86198"/>
                  <a:pt x="35586" y="89978"/>
                  <a:pt x="30930" y="89978"/>
                </a:cubicBezTo>
                <a:cubicBezTo>
                  <a:pt x="26274" y="89978"/>
                  <a:pt x="22494" y="86198"/>
                  <a:pt x="22494" y="81542"/>
                </a:cubicBezTo>
                <a:cubicBezTo>
                  <a:pt x="22494" y="76887"/>
                  <a:pt x="26274" y="73107"/>
                  <a:pt x="30930" y="73107"/>
                </a:cubicBezTo>
                <a:cubicBezTo>
                  <a:pt x="35586" y="73107"/>
                  <a:pt x="39365" y="76887"/>
                  <a:pt x="39365" y="81542"/>
                </a:cubicBezTo>
                <a:close/>
                <a:moveTo>
                  <a:pt x="67483" y="89978"/>
                </a:moveTo>
                <a:cubicBezTo>
                  <a:pt x="62828" y="89978"/>
                  <a:pt x="59048" y="86198"/>
                  <a:pt x="59048" y="81542"/>
                </a:cubicBezTo>
                <a:cubicBezTo>
                  <a:pt x="59048" y="76887"/>
                  <a:pt x="62828" y="73107"/>
                  <a:pt x="67483" y="73107"/>
                </a:cubicBezTo>
                <a:cubicBezTo>
                  <a:pt x="72139" y="73107"/>
                  <a:pt x="75919" y="76887"/>
                  <a:pt x="75919" y="81542"/>
                </a:cubicBezTo>
                <a:cubicBezTo>
                  <a:pt x="75919" y="86198"/>
                  <a:pt x="72139" y="89978"/>
                  <a:pt x="67483" y="89978"/>
                </a:cubicBezTo>
                <a:close/>
                <a:moveTo>
                  <a:pt x="112472" y="81542"/>
                </a:moveTo>
                <a:cubicBezTo>
                  <a:pt x="112472" y="86198"/>
                  <a:pt x="108693" y="89978"/>
                  <a:pt x="104037" y="89978"/>
                </a:cubicBezTo>
                <a:cubicBezTo>
                  <a:pt x="99381" y="89978"/>
                  <a:pt x="95601" y="86198"/>
                  <a:pt x="95601" y="81542"/>
                </a:cubicBezTo>
                <a:cubicBezTo>
                  <a:pt x="95601" y="76887"/>
                  <a:pt x="99381" y="73107"/>
                  <a:pt x="104037" y="73107"/>
                </a:cubicBezTo>
                <a:cubicBezTo>
                  <a:pt x="108693" y="73107"/>
                  <a:pt x="112472" y="76887"/>
                  <a:pt x="112472" y="81542"/>
                </a:cubicBezTo>
                <a:close/>
                <a:moveTo>
                  <a:pt x="30930" y="123720"/>
                </a:moveTo>
                <a:cubicBezTo>
                  <a:pt x="26274" y="123720"/>
                  <a:pt x="22494" y="119940"/>
                  <a:pt x="22494" y="115284"/>
                </a:cubicBezTo>
                <a:cubicBezTo>
                  <a:pt x="22494" y="110628"/>
                  <a:pt x="26274" y="106849"/>
                  <a:pt x="30930" y="106849"/>
                </a:cubicBezTo>
                <a:cubicBezTo>
                  <a:pt x="35586" y="106849"/>
                  <a:pt x="39365" y="110628"/>
                  <a:pt x="39365" y="115284"/>
                </a:cubicBezTo>
                <a:cubicBezTo>
                  <a:pt x="39365" y="119940"/>
                  <a:pt x="35586" y="123720"/>
                  <a:pt x="30930" y="123720"/>
                </a:cubicBezTo>
                <a:close/>
                <a:moveTo>
                  <a:pt x="75919" y="115284"/>
                </a:moveTo>
                <a:cubicBezTo>
                  <a:pt x="75919" y="119940"/>
                  <a:pt x="72139" y="123720"/>
                  <a:pt x="67483" y="123720"/>
                </a:cubicBezTo>
                <a:cubicBezTo>
                  <a:pt x="62828" y="123720"/>
                  <a:pt x="59048" y="119940"/>
                  <a:pt x="59048" y="115284"/>
                </a:cubicBezTo>
                <a:cubicBezTo>
                  <a:pt x="59048" y="110628"/>
                  <a:pt x="62828" y="106849"/>
                  <a:pt x="67483" y="106849"/>
                </a:cubicBezTo>
                <a:cubicBezTo>
                  <a:pt x="72139" y="106849"/>
                  <a:pt x="75919" y="110628"/>
                  <a:pt x="75919" y="115284"/>
                </a:cubicBezTo>
                <a:close/>
                <a:moveTo>
                  <a:pt x="104037" y="123720"/>
                </a:moveTo>
                <a:cubicBezTo>
                  <a:pt x="99381" y="123720"/>
                  <a:pt x="95601" y="119940"/>
                  <a:pt x="95601" y="115284"/>
                </a:cubicBezTo>
                <a:cubicBezTo>
                  <a:pt x="95601" y="110628"/>
                  <a:pt x="99381" y="106849"/>
                  <a:pt x="104037" y="106849"/>
                </a:cubicBezTo>
                <a:cubicBezTo>
                  <a:pt x="108693" y="106849"/>
                  <a:pt x="112472" y="110628"/>
                  <a:pt x="112472" y="115284"/>
                </a:cubicBezTo>
                <a:cubicBezTo>
                  <a:pt x="112472" y="119940"/>
                  <a:pt x="108693" y="123720"/>
                  <a:pt x="104037" y="123720"/>
                </a:cubicBezTo>
                <a:close/>
                <a:moveTo>
                  <a:pt x="22494" y="149026"/>
                </a:moveTo>
                <a:cubicBezTo>
                  <a:pt x="22494" y="144351"/>
                  <a:pt x="26255" y="140590"/>
                  <a:pt x="30930" y="140590"/>
                </a:cubicBezTo>
                <a:lnTo>
                  <a:pt x="70295" y="140590"/>
                </a:lnTo>
                <a:cubicBezTo>
                  <a:pt x="74970" y="140590"/>
                  <a:pt x="78731" y="144351"/>
                  <a:pt x="78731" y="149026"/>
                </a:cubicBezTo>
                <a:cubicBezTo>
                  <a:pt x="78731" y="153700"/>
                  <a:pt x="74970" y="157461"/>
                  <a:pt x="70295" y="157461"/>
                </a:cubicBezTo>
                <a:lnTo>
                  <a:pt x="30930" y="157461"/>
                </a:lnTo>
                <a:cubicBezTo>
                  <a:pt x="26255" y="157461"/>
                  <a:pt x="22494" y="153700"/>
                  <a:pt x="22494" y="149026"/>
                </a:cubicBezTo>
                <a:close/>
                <a:moveTo>
                  <a:pt x="104037" y="140590"/>
                </a:moveTo>
                <a:cubicBezTo>
                  <a:pt x="108712" y="140590"/>
                  <a:pt x="112472" y="144351"/>
                  <a:pt x="112472" y="149026"/>
                </a:cubicBezTo>
                <a:cubicBezTo>
                  <a:pt x="112472" y="153700"/>
                  <a:pt x="108712" y="157461"/>
                  <a:pt x="104037" y="157461"/>
                </a:cubicBezTo>
                <a:cubicBezTo>
                  <a:pt x="99362" y="157461"/>
                  <a:pt x="95601" y="153700"/>
                  <a:pt x="95601" y="149026"/>
                </a:cubicBezTo>
                <a:cubicBezTo>
                  <a:pt x="95601" y="144351"/>
                  <a:pt x="99362" y="140590"/>
                  <a:pt x="104037" y="14059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3" name="Text 70"/>
          <p:cNvSpPr/>
          <p:nvPr/>
        </p:nvSpPr>
        <p:spPr>
          <a:xfrm>
            <a:off x="8693337" y="4734241"/>
            <a:ext cx="289728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角度映射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8697836" y="4914197"/>
            <a:ext cx="288828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0-1→0-180°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8351422" y="5424048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6" name="Shape 73"/>
          <p:cNvSpPr/>
          <p:nvPr/>
        </p:nvSpPr>
        <p:spPr>
          <a:xfrm>
            <a:off x="5152709" y="5843921"/>
            <a:ext cx="6514397" cy="854790"/>
          </a:xfrm>
          <a:custGeom>
            <a:avLst/>
            <a:gdLst/>
            <a:ahLst/>
            <a:cxnLst/>
            <a:rect l="l" t="t" r="r" b="b"/>
            <a:pathLst>
              <a:path w="6514397" h="854790">
                <a:moveTo>
                  <a:pt x="107977" y="0"/>
                </a:moveTo>
                <a:lnTo>
                  <a:pt x="6406420" y="0"/>
                </a:lnTo>
                <a:cubicBezTo>
                  <a:pt x="6466054" y="0"/>
                  <a:pt x="6514397" y="48343"/>
                  <a:pt x="6514397" y="107977"/>
                </a:cubicBezTo>
                <a:lnTo>
                  <a:pt x="6514397" y="746813"/>
                </a:lnTo>
                <a:cubicBezTo>
                  <a:pt x="6514397" y="806447"/>
                  <a:pt x="6466054" y="854790"/>
                  <a:pt x="6406420" y="854790"/>
                </a:cubicBezTo>
                <a:lnTo>
                  <a:pt x="107977" y="854790"/>
                </a:lnTo>
                <a:cubicBezTo>
                  <a:pt x="48383" y="854790"/>
                  <a:pt x="0" y="806407"/>
                  <a:pt x="0" y="746813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40000"/>
                </a:srgbClr>
              </a:gs>
              <a:gs pos="100000">
                <a:srgbClr val="5E8B7E">
                  <a:alpha val="20000"/>
                </a:srgbClr>
              </a:gs>
            </a:gsLst>
            <a:lin ang="2700000" scaled="1"/>
          </a:gradFill>
          <a:ln w="25400">
            <a:solidFill>
              <a:srgbClr val="5E8B7E">
                <a:alpha val="6000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319929" y="5960893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61860" y="8435"/>
                </a:moveTo>
                <a:cubicBezTo>
                  <a:pt x="61860" y="3761"/>
                  <a:pt x="58099" y="0"/>
                  <a:pt x="53424" y="0"/>
                </a:cubicBezTo>
                <a:cubicBezTo>
                  <a:pt x="48750" y="0"/>
                  <a:pt x="44989" y="3761"/>
                  <a:pt x="44989" y="8435"/>
                </a:cubicBezTo>
                <a:lnTo>
                  <a:pt x="44989" y="22494"/>
                </a:lnTo>
                <a:cubicBezTo>
                  <a:pt x="32582" y="22494"/>
                  <a:pt x="22494" y="32582"/>
                  <a:pt x="22494" y="44989"/>
                </a:cubicBezTo>
                <a:lnTo>
                  <a:pt x="8435" y="44989"/>
                </a:lnTo>
                <a:cubicBezTo>
                  <a:pt x="3761" y="44989"/>
                  <a:pt x="0" y="48750"/>
                  <a:pt x="0" y="53424"/>
                </a:cubicBezTo>
                <a:cubicBezTo>
                  <a:pt x="0" y="58099"/>
                  <a:pt x="3761" y="61860"/>
                  <a:pt x="8435" y="61860"/>
                </a:cubicBezTo>
                <a:lnTo>
                  <a:pt x="22494" y="61860"/>
                </a:lnTo>
                <a:lnTo>
                  <a:pt x="22494" y="81542"/>
                </a:lnTo>
                <a:lnTo>
                  <a:pt x="8435" y="81542"/>
                </a:lnTo>
                <a:cubicBezTo>
                  <a:pt x="3761" y="81542"/>
                  <a:pt x="0" y="85303"/>
                  <a:pt x="0" y="89978"/>
                </a:cubicBezTo>
                <a:cubicBezTo>
                  <a:pt x="0" y="94652"/>
                  <a:pt x="3761" y="98413"/>
                  <a:pt x="8435" y="98413"/>
                </a:cubicBezTo>
                <a:lnTo>
                  <a:pt x="22494" y="98413"/>
                </a:lnTo>
                <a:lnTo>
                  <a:pt x="22494" y="118096"/>
                </a:lnTo>
                <a:lnTo>
                  <a:pt x="8435" y="118096"/>
                </a:lnTo>
                <a:cubicBezTo>
                  <a:pt x="3761" y="118096"/>
                  <a:pt x="0" y="121857"/>
                  <a:pt x="0" y="126531"/>
                </a:cubicBezTo>
                <a:cubicBezTo>
                  <a:pt x="0" y="131206"/>
                  <a:pt x="3761" y="134967"/>
                  <a:pt x="8435" y="134967"/>
                </a:cubicBezTo>
                <a:lnTo>
                  <a:pt x="22494" y="134967"/>
                </a:lnTo>
                <a:cubicBezTo>
                  <a:pt x="22494" y="147374"/>
                  <a:pt x="32582" y="157461"/>
                  <a:pt x="44989" y="157461"/>
                </a:cubicBezTo>
                <a:lnTo>
                  <a:pt x="44989" y="171520"/>
                </a:lnTo>
                <a:cubicBezTo>
                  <a:pt x="44989" y="176195"/>
                  <a:pt x="48750" y="179956"/>
                  <a:pt x="53424" y="179956"/>
                </a:cubicBezTo>
                <a:cubicBezTo>
                  <a:pt x="58099" y="179956"/>
                  <a:pt x="61860" y="176195"/>
                  <a:pt x="61860" y="171520"/>
                </a:cubicBezTo>
                <a:lnTo>
                  <a:pt x="61860" y="157461"/>
                </a:lnTo>
                <a:lnTo>
                  <a:pt x="81542" y="157461"/>
                </a:lnTo>
                <a:lnTo>
                  <a:pt x="81542" y="171520"/>
                </a:lnTo>
                <a:cubicBezTo>
                  <a:pt x="81542" y="176195"/>
                  <a:pt x="85303" y="179956"/>
                  <a:pt x="89978" y="179956"/>
                </a:cubicBezTo>
                <a:cubicBezTo>
                  <a:pt x="94652" y="179956"/>
                  <a:pt x="98413" y="176195"/>
                  <a:pt x="98413" y="171520"/>
                </a:cubicBezTo>
                <a:lnTo>
                  <a:pt x="98413" y="157461"/>
                </a:lnTo>
                <a:lnTo>
                  <a:pt x="118096" y="157461"/>
                </a:lnTo>
                <a:lnTo>
                  <a:pt x="118096" y="171520"/>
                </a:lnTo>
                <a:cubicBezTo>
                  <a:pt x="118096" y="176195"/>
                  <a:pt x="121857" y="179956"/>
                  <a:pt x="126531" y="179956"/>
                </a:cubicBezTo>
                <a:cubicBezTo>
                  <a:pt x="131206" y="179956"/>
                  <a:pt x="134967" y="176195"/>
                  <a:pt x="134967" y="171520"/>
                </a:cubicBezTo>
                <a:lnTo>
                  <a:pt x="134967" y="157461"/>
                </a:lnTo>
                <a:cubicBezTo>
                  <a:pt x="147374" y="157461"/>
                  <a:pt x="157461" y="147374"/>
                  <a:pt x="157461" y="134967"/>
                </a:cubicBezTo>
                <a:lnTo>
                  <a:pt x="171520" y="134967"/>
                </a:lnTo>
                <a:cubicBezTo>
                  <a:pt x="176195" y="134967"/>
                  <a:pt x="179956" y="131206"/>
                  <a:pt x="179956" y="126531"/>
                </a:cubicBezTo>
                <a:cubicBezTo>
                  <a:pt x="179956" y="121857"/>
                  <a:pt x="176195" y="118096"/>
                  <a:pt x="171520" y="118096"/>
                </a:cubicBezTo>
                <a:lnTo>
                  <a:pt x="157461" y="118096"/>
                </a:lnTo>
                <a:lnTo>
                  <a:pt x="157461" y="98413"/>
                </a:lnTo>
                <a:lnTo>
                  <a:pt x="171520" y="98413"/>
                </a:lnTo>
                <a:cubicBezTo>
                  <a:pt x="176195" y="98413"/>
                  <a:pt x="179956" y="94652"/>
                  <a:pt x="179956" y="89978"/>
                </a:cubicBezTo>
                <a:cubicBezTo>
                  <a:pt x="179956" y="85303"/>
                  <a:pt x="176195" y="81542"/>
                  <a:pt x="171520" y="81542"/>
                </a:cubicBezTo>
                <a:lnTo>
                  <a:pt x="157461" y="81542"/>
                </a:lnTo>
                <a:lnTo>
                  <a:pt x="157461" y="61860"/>
                </a:lnTo>
                <a:lnTo>
                  <a:pt x="171520" y="61860"/>
                </a:lnTo>
                <a:cubicBezTo>
                  <a:pt x="176195" y="61860"/>
                  <a:pt x="179956" y="58099"/>
                  <a:pt x="179956" y="53424"/>
                </a:cubicBezTo>
                <a:cubicBezTo>
                  <a:pt x="179956" y="48750"/>
                  <a:pt x="176195" y="44989"/>
                  <a:pt x="171520" y="44989"/>
                </a:cubicBezTo>
                <a:lnTo>
                  <a:pt x="157461" y="44989"/>
                </a:lnTo>
                <a:cubicBezTo>
                  <a:pt x="157461" y="32582"/>
                  <a:pt x="147374" y="22494"/>
                  <a:pt x="134967" y="22494"/>
                </a:cubicBezTo>
                <a:lnTo>
                  <a:pt x="134967" y="8435"/>
                </a:lnTo>
                <a:cubicBezTo>
                  <a:pt x="134967" y="3761"/>
                  <a:pt x="131206" y="0"/>
                  <a:pt x="126531" y="0"/>
                </a:cubicBezTo>
                <a:cubicBezTo>
                  <a:pt x="121857" y="0"/>
                  <a:pt x="118096" y="3761"/>
                  <a:pt x="118096" y="8435"/>
                </a:cubicBezTo>
                <a:lnTo>
                  <a:pt x="118096" y="22494"/>
                </a:lnTo>
                <a:lnTo>
                  <a:pt x="98413" y="22494"/>
                </a:lnTo>
                <a:lnTo>
                  <a:pt x="98413" y="8435"/>
                </a:lnTo>
                <a:cubicBezTo>
                  <a:pt x="98413" y="3761"/>
                  <a:pt x="94652" y="0"/>
                  <a:pt x="89978" y="0"/>
                </a:cubicBezTo>
                <a:cubicBezTo>
                  <a:pt x="85303" y="0"/>
                  <a:pt x="81542" y="3761"/>
                  <a:pt x="81542" y="8435"/>
                </a:cubicBezTo>
                <a:lnTo>
                  <a:pt x="81542" y="22494"/>
                </a:lnTo>
                <a:lnTo>
                  <a:pt x="61860" y="22494"/>
                </a:lnTo>
                <a:lnTo>
                  <a:pt x="61860" y="8435"/>
                </a:lnTo>
                <a:close/>
                <a:moveTo>
                  <a:pt x="56236" y="44989"/>
                </a:moveTo>
                <a:lnTo>
                  <a:pt x="123720" y="44989"/>
                </a:lnTo>
                <a:cubicBezTo>
                  <a:pt x="129941" y="44989"/>
                  <a:pt x="134967" y="50015"/>
                  <a:pt x="134967" y="56236"/>
                </a:cubicBezTo>
                <a:lnTo>
                  <a:pt x="134967" y="123720"/>
                </a:lnTo>
                <a:cubicBezTo>
                  <a:pt x="134967" y="129941"/>
                  <a:pt x="129941" y="134967"/>
                  <a:pt x="123720" y="134967"/>
                </a:cubicBezTo>
                <a:lnTo>
                  <a:pt x="56236" y="134967"/>
                </a:lnTo>
                <a:cubicBezTo>
                  <a:pt x="50015" y="134967"/>
                  <a:pt x="44989" y="129941"/>
                  <a:pt x="44989" y="123720"/>
                </a:cubicBezTo>
                <a:lnTo>
                  <a:pt x="44989" y="56236"/>
                </a:lnTo>
                <a:cubicBezTo>
                  <a:pt x="44989" y="50015"/>
                  <a:pt x="50015" y="44989"/>
                  <a:pt x="56236" y="44989"/>
                </a:cubicBezTo>
                <a:close/>
                <a:moveTo>
                  <a:pt x="61860" y="61860"/>
                </a:moveTo>
                <a:lnTo>
                  <a:pt x="61860" y="118096"/>
                </a:lnTo>
                <a:lnTo>
                  <a:pt x="118096" y="118096"/>
                </a:lnTo>
                <a:lnTo>
                  <a:pt x="118096" y="61860"/>
                </a:lnTo>
                <a:lnTo>
                  <a:pt x="61860" y="6186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8" name="Text 75"/>
          <p:cNvSpPr/>
          <p:nvPr/>
        </p:nvSpPr>
        <p:spPr>
          <a:xfrm>
            <a:off x="5233689" y="6181338"/>
            <a:ext cx="635243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串口发送 → Arduino执行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5242687" y="6433276"/>
            <a:ext cx="6334441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"90,45,120,25\n"格式，PWM驱动舵机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42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402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HARDWARE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技术核心：硬件如何与AI协同？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071563"/>
            <a:ext cx="5629275" cy="3419475"/>
          </a:xfrm>
          <a:custGeom>
            <a:avLst/>
            <a:gdLst/>
            <a:ahLst/>
            <a:cxnLst/>
            <a:rect l="l" t="t" r="r" b="b"/>
            <a:pathLst>
              <a:path w="5629275" h="3419475">
                <a:moveTo>
                  <a:pt x="114313" y="0"/>
                </a:moveTo>
                <a:lnTo>
                  <a:pt x="5514962" y="0"/>
                </a:lnTo>
                <a:cubicBezTo>
                  <a:pt x="5578095" y="0"/>
                  <a:pt x="5629275" y="51180"/>
                  <a:pt x="5629275" y="114313"/>
                </a:cubicBezTo>
                <a:lnTo>
                  <a:pt x="5629275" y="3305162"/>
                </a:lnTo>
                <a:cubicBezTo>
                  <a:pt x="5629275" y="3368295"/>
                  <a:pt x="5578095" y="3419475"/>
                  <a:pt x="5514962" y="3419475"/>
                </a:cubicBezTo>
                <a:lnTo>
                  <a:pt x="114313" y="3419475"/>
                </a:lnTo>
                <a:cubicBezTo>
                  <a:pt x="51180" y="3419475"/>
                  <a:pt x="0" y="3368295"/>
                  <a:pt x="0" y="3305162"/>
                </a:cubicBezTo>
                <a:lnTo>
                  <a:pt x="0" y="114313"/>
                </a:lnTo>
                <a:cubicBezTo>
                  <a:pt x="0" y="51180"/>
                  <a:pt x="51180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738" y="1276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2287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硬件布局图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1614488"/>
            <a:ext cx="5305425" cy="1304925"/>
          </a:xfrm>
          <a:custGeom>
            <a:avLst/>
            <a:gdLst/>
            <a:ahLst/>
            <a:cxnLst/>
            <a:rect l="l" t="t" r="r" b="b"/>
            <a:pathLst>
              <a:path w="5305425" h="1304925">
                <a:moveTo>
                  <a:pt x="114298" y="0"/>
                </a:moveTo>
                <a:lnTo>
                  <a:pt x="5191127" y="0"/>
                </a:lnTo>
                <a:cubicBezTo>
                  <a:pt x="5254252" y="0"/>
                  <a:pt x="5305425" y="51173"/>
                  <a:pt x="5305425" y="114298"/>
                </a:cubicBezTo>
                <a:lnTo>
                  <a:pt x="5305425" y="1190627"/>
                </a:lnTo>
                <a:cubicBezTo>
                  <a:pt x="5305425" y="1253752"/>
                  <a:pt x="5254252" y="1304925"/>
                  <a:pt x="519112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pic>
        <p:nvPicPr>
          <p:cNvPr id="10" name="Image 0" descr="https://kimi-web-img.moonshot.cn/img/store-usa.arduino.cc/156173dca3390f1cda43204fedc89f5e64909ed1.jpg">    </p:cNvPr>
          <p:cNvPicPr>
            <a:picLocks noChangeAspect="1"/>
          </p:cNvPicPr>
          <p:nvPr/>
        </p:nvPicPr>
        <p:blipFill>
          <a:blip r:embed="rId1"/>
          <a:srcRect l="12500" r="12500" t="0" b="0"/>
          <a:stretch/>
        </p:blipFill>
        <p:spPr>
          <a:xfrm>
            <a:off x="666750" y="1733550"/>
            <a:ext cx="533400" cy="533400"/>
          </a:xfrm>
          <a:prstGeom prst="roundRect">
            <a:avLst>
              <a:gd name="adj" fmla="val 14286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1314450" y="180975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Arduino UNO R3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14450" y="2038350"/>
            <a:ext cx="447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主控板 · 下位机控制器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6750" y="2343150"/>
            <a:ext cx="1209675" cy="457200"/>
          </a:xfrm>
          <a:custGeom>
            <a:avLst/>
            <a:gdLst/>
            <a:ahLst/>
            <a:cxnLst/>
            <a:rect l="l" t="t" r="r" b="b"/>
            <a:pathLst>
              <a:path w="1209675" h="457200">
                <a:moveTo>
                  <a:pt x="76202" y="0"/>
                </a:moveTo>
                <a:lnTo>
                  <a:pt x="1133473" y="0"/>
                </a:lnTo>
                <a:cubicBezTo>
                  <a:pt x="1175558" y="0"/>
                  <a:pt x="1209675" y="34117"/>
                  <a:pt x="1209675" y="76202"/>
                </a:cubicBezTo>
                <a:lnTo>
                  <a:pt x="1209675" y="380998"/>
                </a:lnTo>
                <a:cubicBezTo>
                  <a:pt x="1209675" y="423083"/>
                  <a:pt x="1175558" y="457200"/>
                  <a:pt x="11334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4193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D9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4375" y="25717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舵机1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952625" y="2343150"/>
            <a:ext cx="1209675" cy="457200"/>
          </a:xfrm>
          <a:custGeom>
            <a:avLst/>
            <a:gdLst/>
            <a:ahLst/>
            <a:cxnLst/>
            <a:rect l="l" t="t" r="r" b="b"/>
            <a:pathLst>
              <a:path w="1209675" h="457200">
                <a:moveTo>
                  <a:pt x="76202" y="0"/>
                </a:moveTo>
                <a:lnTo>
                  <a:pt x="1133473" y="0"/>
                </a:lnTo>
                <a:cubicBezTo>
                  <a:pt x="1175558" y="0"/>
                  <a:pt x="1209675" y="34117"/>
                  <a:pt x="1209675" y="76202"/>
                </a:cubicBezTo>
                <a:lnTo>
                  <a:pt x="1209675" y="380998"/>
                </a:lnTo>
                <a:cubicBezTo>
                  <a:pt x="1209675" y="423083"/>
                  <a:pt x="1175558" y="457200"/>
                  <a:pt x="11334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000250" y="24193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000250" y="25717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舵机2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38500" y="2343150"/>
            <a:ext cx="1209675" cy="457200"/>
          </a:xfrm>
          <a:custGeom>
            <a:avLst/>
            <a:gdLst/>
            <a:ahLst/>
            <a:cxnLst/>
            <a:rect l="l" t="t" r="r" b="b"/>
            <a:pathLst>
              <a:path w="1209675" h="457200">
                <a:moveTo>
                  <a:pt x="76202" y="0"/>
                </a:moveTo>
                <a:lnTo>
                  <a:pt x="1133473" y="0"/>
                </a:lnTo>
                <a:cubicBezTo>
                  <a:pt x="1175558" y="0"/>
                  <a:pt x="1209675" y="34117"/>
                  <a:pt x="1209675" y="76202"/>
                </a:cubicBezTo>
                <a:lnTo>
                  <a:pt x="1209675" y="380998"/>
                </a:lnTo>
                <a:cubicBezTo>
                  <a:pt x="1209675" y="423083"/>
                  <a:pt x="1175558" y="457200"/>
                  <a:pt x="11334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286125" y="24193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86125" y="25717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舵机3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24375" y="2343150"/>
            <a:ext cx="1209675" cy="457200"/>
          </a:xfrm>
          <a:custGeom>
            <a:avLst/>
            <a:gdLst/>
            <a:ahLst/>
            <a:cxnLst/>
            <a:rect l="l" t="t" r="r" b="b"/>
            <a:pathLst>
              <a:path w="1209675" h="457200">
                <a:moveTo>
                  <a:pt x="76202" y="0"/>
                </a:moveTo>
                <a:lnTo>
                  <a:pt x="1133473" y="0"/>
                </a:lnTo>
                <a:cubicBezTo>
                  <a:pt x="1175558" y="0"/>
                  <a:pt x="1209675" y="34117"/>
                  <a:pt x="1209675" y="76202"/>
                </a:cubicBezTo>
                <a:lnTo>
                  <a:pt x="1209675" y="380998"/>
                </a:lnTo>
                <a:cubicBezTo>
                  <a:pt x="1209675" y="423083"/>
                  <a:pt x="1175558" y="457200"/>
                  <a:pt x="11334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24193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0" y="257175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舵机4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7688" y="3005138"/>
            <a:ext cx="2609850" cy="809625"/>
          </a:xfrm>
          <a:custGeom>
            <a:avLst/>
            <a:gdLst/>
            <a:ahLst/>
            <a:cxnLst/>
            <a:rect l="l" t="t" r="r" b="b"/>
            <a:pathLst>
              <a:path w="2609850" h="809625">
                <a:moveTo>
                  <a:pt x="114303" y="0"/>
                </a:moveTo>
                <a:lnTo>
                  <a:pt x="2495547" y="0"/>
                </a:lnTo>
                <a:cubicBezTo>
                  <a:pt x="2558633" y="0"/>
                  <a:pt x="2609850" y="51217"/>
                  <a:pt x="2609850" y="114303"/>
                </a:cubicBezTo>
                <a:lnTo>
                  <a:pt x="2609850" y="695322"/>
                </a:lnTo>
                <a:cubicBezTo>
                  <a:pt x="2609850" y="758408"/>
                  <a:pt x="2558633" y="809625"/>
                  <a:pt x="249554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0563" y="3133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4"/>
          <p:cNvSpPr/>
          <p:nvPr/>
        </p:nvSpPr>
        <p:spPr>
          <a:xfrm>
            <a:off x="957263" y="31242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MG996R × 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6750" y="3390900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大扭矩舵机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66750" y="3543300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底座 + 大臂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243263" y="3005138"/>
            <a:ext cx="2609850" cy="809625"/>
          </a:xfrm>
          <a:custGeom>
            <a:avLst/>
            <a:gdLst/>
            <a:ahLst/>
            <a:cxnLst/>
            <a:rect l="l" t="t" r="r" b="b"/>
            <a:pathLst>
              <a:path w="2609850" h="809625">
                <a:moveTo>
                  <a:pt x="114303" y="0"/>
                </a:moveTo>
                <a:lnTo>
                  <a:pt x="2495547" y="0"/>
                </a:lnTo>
                <a:cubicBezTo>
                  <a:pt x="2558633" y="0"/>
                  <a:pt x="2609850" y="51217"/>
                  <a:pt x="2609850" y="114303"/>
                </a:cubicBezTo>
                <a:lnTo>
                  <a:pt x="2609850" y="695322"/>
                </a:lnTo>
                <a:cubicBezTo>
                  <a:pt x="2609850" y="758408"/>
                  <a:pt x="2558633" y="809625"/>
                  <a:pt x="249554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3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86138" y="3133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29"/>
          <p:cNvSpPr/>
          <p:nvPr/>
        </p:nvSpPr>
        <p:spPr>
          <a:xfrm>
            <a:off x="3652838" y="312420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SG90 × 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362325" y="3390900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微型舵机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362325" y="3543300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小臂 + 钳子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7688" y="3900488"/>
            <a:ext cx="5305425" cy="428625"/>
          </a:xfrm>
          <a:custGeom>
            <a:avLst/>
            <a:gdLst/>
            <a:ahLst/>
            <a:cxnLst/>
            <a:rect l="l" t="t" r="r" b="b"/>
            <a:pathLst>
              <a:path w="5305425" h="428625">
                <a:moveTo>
                  <a:pt x="114301" y="0"/>
                </a:moveTo>
                <a:lnTo>
                  <a:pt x="5191124" y="0"/>
                </a:lnTo>
                <a:cubicBezTo>
                  <a:pt x="5254251" y="0"/>
                  <a:pt x="5305425" y="51174"/>
                  <a:pt x="5305425" y="114301"/>
                </a:cubicBezTo>
                <a:lnTo>
                  <a:pt x="5305425" y="314324"/>
                </a:lnTo>
                <a:cubicBezTo>
                  <a:pt x="5305425" y="377451"/>
                  <a:pt x="5254251" y="428625"/>
                  <a:pt x="51911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5325" y="4038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4"/>
          <p:cNvSpPr/>
          <p:nvPr/>
        </p:nvSpPr>
        <p:spPr>
          <a:xfrm>
            <a:off x="933450" y="401955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电源模块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960888" y="4038600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5V 2A稳压模块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85763" y="4614863"/>
            <a:ext cx="5629275" cy="2219325"/>
          </a:xfrm>
          <a:custGeom>
            <a:avLst/>
            <a:gdLst/>
            <a:ahLst/>
            <a:cxnLst/>
            <a:rect l="l" t="t" r="r" b="b"/>
            <a:pathLst>
              <a:path w="5629275" h="2219325">
                <a:moveTo>
                  <a:pt x="114295" y="0"/>
                </a:moveTo>
                <a:lnTo>
                  <a:pt x="5514980" y="0"/>
                </a:lnTo>
                <a:cubicBezTo>
                  <a:pt x="5578103" y="0"/>
                  <a:pt x="5629275" y="51172"/>
                  <a:pt x="5629275" y="114295"/>
                </a:cubicBezTo>
                <a:lnTo>
                  <a:pt x="5629275" y="2105030"/>
                </a:lnTo>
                <a:cubicBezTo>
                  <a:pt x="5629275" y="2168153"/>
                  <a:pt x="5578103" y="2219325"/>
                  <a:pt x="551498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6738" y="48196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8"/>
          <p:cNvSpPr/>
          <p:nvPr/>
        </p:nvSpPr>
        <p:spPr>
          <a:xfrm>
            <a:off x="762000" y="47720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硬件清单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2925" y="5153025"/>
            <a:ext cx="2619375" cy="457200"/>
          </a:xfrm>
          <a:custGeom>
            <a:avLst/>
            <a:gdLst/>
            <a:ahLst/>
            <a:cxnLst/>
            <a:rect l="l" t="t" r="r" b="b"/>
            <a:pathLst>
              <a:path w="2619375" h="457200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380998"/>
                </a:lnTo>
                <a:cubicBezTo>
                  <a:pt x="2619375" y="423083"/>
                  <a:pt x="2585258" y="457200"/>
                  <a:pt x="2543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38175" y="5305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1"/>
          <p:cNvSpPr/>
          <p:nvPr/>
        </p:nvSpPr>
        <p:spPr>
          <a:xfrm>
            <a:off x="885825" y="5229225"/>
            <a:ext cx="923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Arduino UNO R3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85825" y="5381625"/>
            <a:ext cx="923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1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238500" y="5153025"/>
            <a:ext cx="2619375" cy="457200"/>
          </a:xfrm>
          <a:custGeom>
            <a:avLst/>
            <a:gdLst/>
            <a:ahLst/>
            <a:cxnLst/>
            <a:rect l="l" t="t" r="r" b="b"/>
            <a:pathLst>
              <a:path w="2619375" h="457200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380998"/>
                </a:lnTo>
                <a:cubicBezTo>
                  <a:pt x="2619375" y="423083"/>
                  <a:pt x="2585258" y="457200"/>
                  <a:pt x="2543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3333750" y="5305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5"/>
          <p:cNvSpPr/>
          <p:nvPr/>
        </p:nvSpPr>
        <p:spPr>
          <a:xfrm>
            <a:off x="3581400" y="5229225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MG996R舵机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3581400" y="5381625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2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42925" y="5686425"/>
            <a:ext cx="2619375" cy="457200"/>
          </a:xfrm>
          <a:custGeom>
            <a:avLst/>
            <a:gdLst/>
            <a:ahLst/>
            <a:cxnLst/>
            <a:rect l="l" t="t" r="r" b="b"/>
            <a:pathLst>
              <a:path w="2619375" h="457200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380998"/>
                </a:lnTo>
                <a:cubicBezTo>
                  <a:pt x="2619375" y="423083"/>
                  <a:pt x="2585258" y="457200"/>
                  <a:pt x="2543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38175" y="5838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49"/>
          <p:cNvSpPr/>
          <p:nvPr/>
        </p:nvSpPr>
        <p:spPr>
          <a:xfrm>
            <a:off x="885825" y="57626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SG90舵机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85825" y="59150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2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238500" y="5686425"/>
            <a:ext cx="2619375" cy="457200"/>
          </a:xfrm>
          <a:custGeom>
            <a:avLst/>
            <a:gdLst/>
            <a:ahLst/>
            <a:cxnLst/>
            <a:rect l="l" t="t" r="r" b="b"/>
            <a:pathLst>
              <a:path w="2619375" h="457200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380998"/>
                </a:lnTo>
                <a:cubicBezTo>
                  <a:pt x="2619375" y="423083"/>
                  <a:pt x="2585258" y="457200"/>
                  <a:pt x="2543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3333750" y="5838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6" name="Text 53"/>
          <p:cNvSpPr/>
          <p:nvPr/>
        </p:nvSpPr>
        <p:spPr>
          <a:xfrm>
            <a:off x="3581400" y="5762625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USB摄像头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3581400" y="5915025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1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542925" y="6219825"/>
            <a:ext cx="2619375" cy="457200"/>
          </a:xfrm>
          <a:custGeom>
            <a:avLst/>
            <a:gdLst/>
            <a:ahLst/>
            <a:cxnLst/>
            <a:rect l="l" t="t" r="r" b="b"/>
            <a:pathLst>
              <a:path w="2619375" h="457200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380998"/>
                </a:lnTo>
                <a:cubicBezTo>
                  <a:pt x="2619375" y="423083"/>
                  <a:pt x="2585258" y="457200"/>
                  <a:pt x="2543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57225" y="63722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0"/>
                </a:moveTo>
                <a:cubicBezTo>
                  <a:pt x="41374" y="0"/>
                  <a:pt x="28575" y="12799"/>
                  <a:pt x="28575" y="28575"/>
                </a:cubicBezTo>
                <a:lnTo>
                  <a:pt x="28575" y="66675"/>
                </a:lnTo>
                <a:cubicBezTo>
                  <a:pt x="28575" y="82451"/>
                  <a:pt x="41374" y="95250"/>
                  <a:pt x="57150" y="95250"/>
                </a:cubicBezTo>
                <a:cubicBezTo>
                  <a:pt x="72926" y="95250"/>
                  <a:pt x="85725" y="82451"/>
                  <a:pt x="85725" y="66675"/>
                </a:cubicBezTo>
                <a:lnTo>
                  <a:pt x="85725" y="28575"/>
                </a:lnTo>
                <a:cubicBezTo>
                  <a:pt x="85725" y="12799"/>
                  <a:pt x="72926" y="0"/>
                  <a:pt x="57150" y="0"/>
                </a:cubicBezTo>
                <a:close/>
                <a:moveTo>
                  <a:pt x="14288" y="54769"/>
                </a:moveTo>
                <a:cubicBezTo>
                  <a:pt x="14288" y="50810"/>
                  <a:pt x="11103" y="47625"/>
                  <a:pt x="7144" y="47625"/>
                </a:cubicBezTo>
                <a:cubicBezTo>
                  <a:pt x="3185" y="47625"/>
                  <a:pt x="0" y="50810"/>
                  <a:pt x="0" y="54769"/>
                </a:cubicBezTo>
                <a:lnTo>
                  <a:pt x="0" y="66675"/>
                </a:lnTo>
                <a:cubicBezTo>
                  <a:pt x="0" y="95816"/>
                  <a:pt x="21818" y="119866"/>
                  <a:pt x="50006" y="123379"/>
                </a:cubicBezTo>
                <a:lnTo>
                  <a:pt x="50006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78581" y="152400"/>
                </a:lnTo>
                <a:cubicBezTo>
                  <a:pt x="82540" y="152400"/>
                  <a:pt x="85725" y="149215"/>
                  <a:pt x="85725" y="145256"/>
                </a:cubicBezTo>
                <a:cubicBezTo>
                  <a:pt x="85725" y="141297"/>
                  <a:pt x="82540" y="138113"/>
                  <a:pt x="78581" y="138113"/>
                </a:cubicBezTo>
                <a:lnTo>
                  <a:pt x="64294" y="138113"/>
                </a:lnTo>
                <a:lnTo>
                  <a:pt x="64294" y="123379"/>
                </a:lnTo>
                <a:cubicBezTo>
                  <a:pt x="92482" y="119866"/>
                  <a:pt x="114300" y="95816"/>
                  <a:pt x="114300" y="66675"/>
                </a:cubicBezTo>
                <a:lnTo>
                  <a:pt x="114300" y="54769"/>
                </a:lnTo>
                <a:cubicBezTo>
                  <a:pt x="114300" y="50810"/>
                  <a:pt x="111115" y="47625"/>
                  <a:pt x="107156" y="47625"/>
                </a:cubicBezTo>
                <a:cubicBezTo>
                  <a:pt x="103197" y="47625"/>
                  <a:pt x="100013" y="50810"/>
                  <a:pt x="100013" y="54769"/>
                </a:cubicBezTo>
                <a:lnTo>
                  <a:pt x="100013" y="66675"/>
                </a:lnTo>
                <a:cubicBezTo>
                  <a:pt x="100013" y="90339"/>
                  <a:pt x="80814" y="109537"/>
                  <a:pt x="57150" y="109537"/>
                </a:cubicBezTo>
                <a:cubicBezTo>
                  <a:pt x="33486" y="109537"/>
                  <a:pt x="14288" y="90339"/>
                  <a:pt x="14288" y="66675"/>
                </a:cubicBezTo>
                <a:lnTo>
                  <a:pt x="14288" y="5476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7"/>
          <p:cNvSpPr/>
          <p:nvPr/>
        </p:nvSpPr>
        <p:spPr>
          <a:xfrm>
            <a:off x="885825" y="6296025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USB麦克风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85825" y="6448425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1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238500" y="6219825"/>
            <a:ext cx="2619375" cy="457200"/>
          </a:xfrm>
          <a:custGeom>
            <a:avLst/>
            <a:gdLst/>
            <a:ahLst/>
            <a:cxnLst/>
            <a:rect l="l" t="t" r="r" b="b"/>
            <a:pathLst>
              <a:path w="2619375" h="457200">
                <a:moveTo>
                  <a:pt x="76202" y="0"/>
                </a:moveTo>
                <a:lnTo>
                  <a:pt x="2543173" y="0"/>
                </a:lnTo>
                <a:cubicBezTo>
                  <a:pt x="2585258" y="0"/>
                  <a:pt x="2619375" y="34117"/>
                  <a:pt x="2619375" y="76202"/>
                </a:cubicBezTo>
                <a:lnTo>
                  <a:pt x="2619375" y="380998"/>
                </a:lnTo>
                <a:cubicBezTo>
                  <a:pt x="2619375" y="423083"/>
                  <a:pt x="2585258" y="457200"/>
                  <a:pt x="2543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3343275" y="6372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Text 61"/>
          <p:cNvSpPr/>
          <p:nvPr/>
        </p:nvSpPr>
        <p:spPr>
          <a:xfrm>
            <a:off x="3581400" y="6296025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5V电源模块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3581400" y="6448425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 1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176963" y="1071563"/>
            <a:ext cx="5629275" cy="4867275"/>
          </a:xfrm>
          <a:custGeom>
            <a:avLst/>
            <a:gdLst/>
            <a:ahLst/>
            <a:cxnLst/>
            <a:rect l="l" t="t" r="r" b="b"/>
            <a:pathLst>
              <a:path w="5629275" h="4867275">
                <a:moveTo>
                  <a:pt x="114284" y="0"/>
                </a:moveTo>
                <a:lnTo>
                  <a:pt x="5514991" y="0"/>
                </a:lnTo>
                <a:cubicBezTo>
                  <a:pt x="5578108" y="0"/>
                  <a:pt x="5629275" y="51167"/>
                  <a:pt x="5629275" y="114284"/>
                </a:cubicBezTo>
                <a:lnTo>
                  <a:pt x="5629275" y="4752991"/>
                </a:lnTo>
                <a:cubicBezTo>
                  <a:pt x="5629275" y="4816108"/>
                  <a:pt x="5578108" y="4867275"/>
                  <a:pt x="5514991" y="4867275"/>
                </a:cubicBezTo>
                <a:lnTo>
                  <a:pt x="114284" y="4867275"/>
                </a:lnTo>
                <a:cubicBezTo>
                  <a:pt x="51167" y="4867275"/>
                  <a:pt x="0" y="4816108"/>
                  <a:pt x="0" y="4752991"/>
                </a:cubicBezTo>
                <a:lnTo>
                  <a:pt x="0" y="114284"/>
                </a:lnTo>
                <a:cubicBezTo>
                  <a:pt x="0" y="51167"/>
                  <a:pt x="51167" y="0"/>
                  <a:pt x="114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57938" y="1276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50430"/>
                </a:moveTo>
                <a:lnTo>
                  <a:pt x="136155" y="82577"/>
                </a:lnTo>
                <a:cubicBezTo>
                  <a:pt x="133075" y="85658"/>
                  <a:pt x="128487" y="86562"/>
                  <a:pt x="124469" y="84888"/>
                </a:cubicBezTo>
                <a:cubicBezTo>
                  <a:pt x="120450" y="83214"/>
                  <a:pt x="117872" y="79329"/>
                  <a:pt x="117872" y="75009"/>
                </a:cubicBezTo>
                <a:lnTo>
                  <a:pt x="117872" y="53578"/>
                </a:ln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117872" y="32147"/>
                </a:lnTo>
                <a:lnTo>
                  <a:pt x="117872" y="10716"/>
                </a:lnTo>
                <a:cubicBezTo>
                  <a:pt x="117872" y="6396"/>
                  <a:pt x="120484" y="2478"/>
                  <a:pt x="124502" y="804"/>
                </a:cubicBezTo>
                <a:cubicBezTo>
                  <a:pt x="128521" y="-871"/>
                  <a:pt x="133108" y="67"/>
                  <a:pt x="136189" y="3114"/>
                </a:cubicBezTo>
                <a:lnTo>
                  <a:pt x="168336" y="35261"/>
                </a:lnTo>
                <a:cubicBezTo>
                  <a:pt x="172522" y="39447"/>
                  <a:pt x="172522" y="46245"/>
                  <a:pt x="168336" y="50430"/>
                </a:cubicBezTo>
                <a:close/>
                <a:moveTo>
                  <a:pt x="35261" y="168302"/>
                </a:moveTo>
                <a:lnTo>
                  <a:pt x="3114" y="136155"/>
                </a:lnTo>
                <a:cubicBezTo>
                  <a:pt x="-1072" y="131970"/>
                  <a:pt x="-1072" y="125172"/>
                  <a:pt x="3114" y="120986"/>
                </a:cubicBezTo>
                <a:lnTo>
                  <a:pt x="35261" y="88839"/>
                </a:lnTo>
                <a:cubicBezTo>
                  <a:pt x="38342" y="85758"/>
                  <a:pt x="42929" y="84854"/>
                  <a:pt x="46948" y="86529"/>
                </a:cubicBezTo>
                <a:cubicBezTo>
                  <a:pt x="50966" y="88203"/>
                  <a:pt x="53578" y="92121"/>
                  <a:pt x="53578" y="96441"/>
                </a:cubicBezTo>
                <a:lnTo>
                  <a:pt x="53578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cubicBezTo>
                  <a:pt x="171450" y="134515"/>
                  <a:pt x="166661" y="139303"/>
                  <a:pt x="160734" y="139303"/>
                </a:cubicBezTo>
                <a:lnTo>
                  <a:pt x="53578" y="139303"/>
                </a:lnTo>
                <a:lnTo>
                  <a:pt x="53578" y="160734"/>
                </a:lnTo>
                <a:cubicBezTo>
                  <a:pt x="53578" y="165054"/>
                  <a:pt x="50966" y="168972"/>
                  <a:pt x="46948" y="170646"/>
                </a:cubicBezTo>
                <a:cubicBezTo>
                  <a:pt x="42929" y="172321"/>
                  <a:pt x="38342" y="171383"/>
                  <a:pt x="35261" y="1683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8" name="Text 65"/>
          <p:cNvSpPr/>
          <p:nvPr/>
        </p:nvSpPr>
        <p:spPr>
          <a:xfrm>
            <a:off x="6553200" y="12287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关键模块互动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353175" y="1609725"/>
            <a:ext cx="5295900" cy="990600"/>
          </a:xfrm>
          <a:custGeom>
            <a:avLst/>
            <a:gdLst/>
            <a:ahLst/>
            <a:cxnLst/>
            <a:rect l="l" t="t" r="r" b="b"/>
            <a:pathLst>
              <a:path w="5295900" h="990600">
                <a:moveTo>
                  <a:pt x="38100" y="0"/>
                </a:moveTo>
                <a:lnTo>
                  <a:pt x="5219703" y="0"/>
                </a:lnTo>
                <a:cubicBezTo>
                  <a:pt x="5261785" y="0"/>
                  <a:pt x="5295900" y="34115"/>
                  <a:pt x="5295900" y="76197"/>
                </a:cubicBezTo>
                <a:lnTo>
                  <a:pt x="5295900" y="914403"/>
                </a:lnTo>
                <a:cubicBezTo>
                  <a:pt x="5295900" y="956485"/>
                  <a:pt x="5261785" y="990600"/>
                  <a:pt x="5219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6353175" y="160972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1" name="Shape 68"/>
          <p:cNvSpPr/>
          <p:nvPr/>
        </p:nvSpPr>
        <p:spPr>
          <a:xfrm>
            <a:off x="6486525" y="1724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6581775" y="18383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38100" y="28575"/>
                </a:lnTo>
                <a:lnTo>
                  <a:pt x="38100" y="100013"/>
                </a:lnTo>
                <a:lnTo>
                  <a:pt x="19050" y="100013"/>
                </a:lnTo>
                <a:lnTo>
                  <a:pt x="19050" y="28575"/>
                </a:lnTo>
                <a:close/>
                <a:moveTo>
                  <a:pt x="0" y="120015"/>
                </a:moveTo>
                <a:cubicBezTo>
                  <a:pt x="0" y="116860"/>
                  <a:pt x="2560" y="114300"/>
                  <a:pt x="5715" y="114300"/>
                </a:cubicBezTo>
                <a:lnTo>
                  <a:pt x="184785" y="114300"/>
                </a:lnTo>
                <a:cubicBezTo>
                  <a:pt x="187940" y="114300"/>
                  <a:pt x="190500" y="116860"/>
                  <a:pt x="190500" y="120015"/>
                </a:cubicBezTo>
                <a:cubicBezTo>
                  <a:pt x="190500" y="132636"/>
                  <a:pt x="180261" y="142875"/>
                  <a:pt x="167640" y="142875"/>
                </a:cubicBezTo>
                <a:lnTo>
                  <a:pt x="22860" y="142875"/>
                </a:lnTo>
                <a:cubicBezTo>
                  <a:pt x="10239" y="142875"/>
                  <a:pt x="0" y="132636"/>
                  <a:pt x="0" y="120015"/>
                </a:cubicBezTo>
                <a:close/>
                <a:moveTo>
                  <a:pt x="83641" y="62210"/>
                </a:moveTo>
                <a:lnTo>
                  <a:pt x="74414" y="71438"/>
                </a:lnTo>
                <a:lnTo>
                  <a:pt x="83641" y="80665"/>
                </a:lnTo>
                <a:cubicBezTo>
                  <a:pt x="86439" y="83463"/>
                  <a:pt x="86439" y="87987"/>
                  <a:pt x="83641" y="90755"/>
                </a:cubicBezTo>
                <a:cubicBezTo>
                  <a:pt x="80843" y="93524"/>
                  <a:pt x="76319" y="93553"/>
                  <a:pt x="73551" y="90755"/>
                </a:cubicBezTo>
                <a:lnTo>
                  <a:pt x="59263" y="76468"/>
                </a:lnTo>
                <a:cubicBezTo>
                  <a:pt x="56465" y="73670"/>
                  <a:pt x="56465" y="69146"/>
                  <a:pt x="59263" y="66377"/>
                </a:cubicBezTo>
                <a:lnTo>
                  <a:pt x="73551" y="52090"/>
                </a:lnTo>
                <a:cubicBezTo>
                  <a:pt x="76349" y="49292"/>
                  <a:pt x="80873" y="49292"/>
                  <a:pt x="83641" y="52090"/>
                </a:cubicBezTo>
                <a:cubicBezTo>
                  <a:pt x="86410" y="54888"/>
                  <a:pt x="86439" y="59412"/>
                  <a:pt x="83641" y="62180"/>
                </a:cubicBezTo>
                <a:close/>
                <a:moveTo>
                  <a:pt x="116979" y="52090"/>
                </a:moveTo>
                <a:lnTo>
                  <a:pt x="131266" y="66377"/>
                </a:lnTo>
                <a:cubicBezTo>
                  <a:pt x="134064" y="69175"/>
                  <a:pt x="134064" y="73700"/>
                  <a:pt x="131266" y="76468"/>
                </a:cubicBezTo>
                <a:lnTo>
                  <a:pt x="116979" y="90755"/>
                </a:lnTo>
                <a:cubicBezTo>
                  <a:pt x="114181" y="93553"/>
                  <a:pt x="109657" y="93553"/>
                  <a:pt x="106888" y="90755"/>
                </a:cubicBezTo>
                <a:cubicBezTo>
                  <a:pt x="104120" y="87957"/>
                  <a:pt x="104090" y="83433"/>
                  <a:pt x="106888" y="80665"/>
                </a:cubicBezTo>
                <a:lnTo>
                  <a:pt x="116116" y="71438"/>
                </a:lnTo>
                <a:lnTo>
                  <a:pt x="106888" y="62210"/>
                </a:lnTo>
                <a:cubicBezTo>
                  <a:pt x="104090" y="59412"/>
                  <a:pt x="104090" y="54888"/>
                  <a:pt x="106888" y="52120"/>
                </a:cubicBezTo>
                <a:cubicBezTo>
                  <a:pt x="109686" y="49351"/>
                  <a:pt x="114211" y="49322"/>
                  <a:pt x="116979" y="5212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3" name="Text 70"/>
          <p:cNvSpPr/>
          <p:nvPr/>
        </p:nvSpPr>
        <p:spPr>
          <a:xfrm>
            <a:off x="6981825" y="1724025"/>
            <a:ext cx="461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上位机 (大脑)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6981825" y="1990725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完成所有AI推理、坐标计算及逻辑判断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6981825" y="2252663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6981825" y="225266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视觉解算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7629525" y="2252663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8" name="Text 75"/>
          <p:cNvSpPr/>
          <p:nvPr/>
        </p:nvSpPr>
        <p:spPr>
          <a:xfrm>
            <a:off x="7629525" y="225266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8277225" y="2252663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8277225" y="225266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坐标转换</a:t>
            </a: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8929688" y="267176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82" name="Shape 79"/>
          <p:cNvSpPr/>
          <p:nvPr/>
        </p:nvSpPr>
        <p:spPr>
          <a:xfrm>
            <a:off x="6353175" y="2919413"/>
            <a:ext cx="5295900" cy="1066800"/>
          </a:xfrm>
          <a:custGeom>
            <a:avLst/>
            <a:gdLst/>
            <a:ahLst/>
            <a:cxnLst/>
            <a:rect l="l" t="t" r="r" b="b"/>
            <a:pathLst>
              <a:path w="5295900" h="10668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990598"/>
                </a:lnTo>
                <a:cubicBezTo>
                  <a:pt x="5295900" y="1032683"/>
                  <a:pt x="5261783" y="1066800"/>
                  <a:pt x="52196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3" name="Shape 80"/>
          <p:cNvSpPr/>
          <p:nvPr/>
        </p:nvSpPr>
        <p:spPr>
          <a:xfrm>
            <a:off x="6353175" y="291941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4" name="Shape 81"/>
          <p:cNvSpPr/>
          <p:nvPr/>
        </p:nvSpPr>
        <p:spPr>
          <a:xfrm>
            <a:off x="6486525" y="3033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85" name="Shape 82"/>
          <p:cNvSpPr/>
          <p:nvPr/>
        </p:nvSpPr>
        <p:spPr>
          <a:xfrm>
            <a:off x="6600825" y="31480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6" name="Text 83"/>
          <p:cNvSpPr/>
          <p:nvPr/>
        </p:nvSpPr>
        <p:spPr>
          <a:xfrm>
            <a:off x="6981825" y="3033713"/>
            <a:ext cx="461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串口通信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6981825" y="3300413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自定义ASCII协议，波特率115200bps</a:t>
            </a:r>
            <a:endParaRPr lang="en-US" sz="1600" dirty="0"/>
          </a:p>
        </p:txBody>
      </p:sp>
      <p:sp>
        <p:nvSpPr>
          <p:cNvPr id="88" name="Shape 85"/>
          <p:cNvSpPr/>
          <p:nvPr/>
        </p:nvSpPr>
        <p:spPr>
          <a:xfrm>
            <a:off x="6981825" y="3562350"/>
            <a:ext cx="4552950" cy="304800"/>
          </a:xfrm>
          <a:custGeom>
            <a:avLst/>
            <a:gdLst/>
            <a:ahLst/>
            <a:cxnLst/>
            <a:rect l="l" t="t" r="r" b="b"/>
            <a:pathLst>
              <a:path w="4552950" h="304800">
                <a:moveTo>
                  <a:pt x="76200" y="0"/>
                </a:moveTo>
                <a:lnTo>
                  <a:pt x="4476750" y="0"/>
                </a:lnTo>
                <a:cubicBezTo>
                  <a:pt x="4518806" y="0"/>
                  <a:pt x="4552950" y="34144"/>
                  <a:pt x="4552950" y="76200"/>
                </a:cubicBezTo>
                <a:lnTo>
                  <a:pt x="4552950" y="228600"/>
                </a:lnTo>
                <a:cubicBezTo>
                  <a:pt x="4552950" y="270656"/>
                  <a:pt x="4518806" y="304800"/>
                  <a:pt x="4476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7058025" y="3638550"/>
            <a:ext cx="445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"90,45,120,25\n"</a:t>
            </a:r>
            <a:endParaRPr lang="en-US" sz="1600" dirty="0"/>
          </a:p>
        </p:txBody>
      </p:sp>
      <p:sp>
        <p:nvSpPr>
          <p:cNvPr id="90" name="Shape 87"/>
          <p:cNvSpPr/>
          <p:nvPr/>
        </p:nvSpPr>
        <p:spPr>
          <a:xfrm>
            <a:off x="8929688" y="40576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1" name="Shape 88"/>
          <p:cNvSpPr/>
          <p:nvPr/>
        </p:nvSpPr>
        <p:spPr>
          <a:xfrm>
            <a:off x="6353175" y="4305300"/>
            <a:ext cx="5295900" cy="990600"/>
          </a:xfrm>
          <a:custGeom>
            <a:avLst/>
            <a:gdLst/>
            <a:ahLst/>
            <a:cxnLst/>
            <a:rect l="l" t="t" r="r" b="b"/>
            <a:pathLst>
              <a:path w="5295900" h="990600">
                <a:moveTo>
                  <a:pt x="38100" y="0"/>
                </a:moveTo>
                <a:lnTo>
                  <a:pt x="5219703" y="0"/>
                </a:lnTo>
                <a:cubicBezTo>
                  <a:pt x="5261785" y="0"/>
                  <a:pt x="5295900" y="34115"/>
                  <a:pt x="5295900" y="76197"/>
                </a:cubicBezTo>
                <a:lnTo>
                  <a:pt x="5295900" y="914403"/>
                </a:lnTo>
                <a:cubicBezTo>
                  <a:pt x="5295900" y="956485"/>
                  <a:pt x="5261785" y="990600"/>
                  <a:pt x="5219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6353175" y="430530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3" name="Shape 90"/>
          <p:cNvSpPr/>
          <p:nvPr/>
        </p:nvSpPr>
        <p:spPr>
          <a:xfrm>
            <a:off x="6486525" y="441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94" name="Shape 91"/>
          <p:cNvSpPr/>
          <p:nvPr/>
        </p:nvSpPr>
        <p:spPr>
          <a:xfrm>
            <a:off x="6600825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5" name="Text 92"/>
          <p:cNvSpPr/>
          <p:nvPr/>
        </p:nvSpPr>
        <p:spPr>
          <a:xfrm>
            <a:off x="6981825" y="4419600"/>
            <a:ext cx="461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Arduino (小脑)</a:t>
            </a:r>
            <a:endParaRPr lang="en-US" sz="1600" dirty="0"/>
          </a:p>
        </p:txBody>
      </p:sp>
      <p:sp>
        <p:nvSpPr>
          <p:cNvPr id="96" name="Text 93"/>
          <p:cNvSpPr/>
          <p:nvPr/>
        </p:nvSpPr>
        <p:spPr>
          <a:xfrm>
            <a:off x="6981825" y="46863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监听串口、解析数据包、输出PWM波</a:t>
            </a:r>
            <a:endParaRPr lang="en-US" sz="1600" dirty="0"/>
          </a:p>
        </p:txBody>
      </p:sp>
      <p:sp>
        <p:nvSpPr>
          <p:cNvPr id="97" name="Shape 94"/>
          <p:cNvSpPr/>
          <p:nvPr/>
        </p:nvSpPr>
        <p:spPr>
          <a:xfrm>
            <a:off x="6981825" y="494823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98" name="Text 95"/>
          <p:cNvSpPr/>
          <p:nvPr/>
        </p:nvSpPr>
        <p:spPr>
          <a:xfrm>
            <a:off x="6981825" y="4948238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串口监听</a:t>
            </a:r>
            <a:endParaRPr lang="en-US" sz="1600" dirty="0"/>
          </a:p>
        </p:txBody>
      </p:sp>
      <p:sp>
        <p:nvSpPr>
          <p:cNvPr id="99" name="Shape 96"/>
          <p:cNvSpPr/>
          <p:nvPr/>
        </p:nvSpPr>
        <p:spPr>
          <a:xfrm>
            <a:off x="7629525" y="494823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00" name="Text 97"/>
          <p:cNvSpPr/>
          <p:nvPr/>
        </p:nvSpPr>
        <p:spPr>
          <a:xfrm>
            <a:off x="7629525" y="4948238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数据解析</a:t>
            </a:r>
            <a:endParaRPr lang="en-US" sz="1600" dirty="0"/>
          </a:p>
        </p:txBody>
      </p:sp>
      <p:sp>
        <p:nvSpPr>
          <p:cNvPr id="101" name="Shape 98"/>
          <p:cNvSpPr/>
          <p:nvPr/>
        </p:nvSpPr>
        <p:spPr>
          <a:xfrm>
            <a:off x="8277225" y="4948238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38101" y="0"/>
                </a:moveTo>
                <a:lnTo>
                  <a:pt x="619124" y="0"/>
                </a:lnTo>
                <a:cubicBezTo>
                  <a:pt x="640167" y="0"/>
                  <a:pt x="657225" y="17058"/>
                  <a:pt x="657225" y="38101"/>
                </a:cubicBezTo>
                <a:lnTo>
                  <a:pt x="657225" y="190499"/>
                </a:lnTo>
                <a:cubicBezTo>
                  <a:pt x="657225" y="211542"/>
                  <a:pt x="640167" y="228600"/>
                  <a:pt x="6191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02" name="Text 99"/>
          <p:cNvSpPr/>
          <p:nvPr/>
        </p:nvSpPr>
        <p:spPr>
          <a:xfrm>
            <a:off x="8277225" y="4948238"/>
            <a:ext cx="714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PWM输出</a:t>
            </a:r>
            <a:endParaRPr lang="en-US" sz="1600" dirty="0"/>
          </a:p>
        </p:txBody>
      </p:sp>
      <p:sp>
        <p:nvSpPr>
          <p:cNvPr id="103" name="Shape 100"/>
          <p:cNvSpPr/>
          <p:nvPr/>
        </p:nvSpPr>
        <p:spPr>
          <a:xfrm>
            <a:off x="6176963" y="6062663"/>
            <a:ext cx="5629275" cy="771525"/>
          </a:xfrm>
          <a:custGeom>
            <a:avLst/>
            <a:gdLst/>
            <a:ahLst/>
            <a:cxnLst/>
            <a:rect l="l" t="t" r="r" b="b"/>
            <a:pathLst>
              <a:path w="5629275" h="77152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657224"/>
                </a:lnTo>
                <a:cubicBezTo>
                  <a:pt x="5629275" y="720351"/>
                  <a:pt x="5578101" y="771525"/>
                  <a:pt x="55149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6357938" y="6362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5" name="Text 102"/>
          <p:cNvSpPr/>
          <p:nvPr/>
        </p:nvSpPr>
        <p:spPr>
          <a:xfrm>
            <a:off x="6624638" y="63531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通信性能</a:t>
            </a:r>
            <a:endParaRPr lang="en-US" sz="1600" dirty="0"/>
          </a:p>
        </p:txBody>
      </p:sp>
      <p:sp>
        <p:nvSpPr>
          <p:cNvPr id="106" name="Text 103"/>
          <p:cNvSpPr/>
          <p:nvPr/>
        </p:nvSpPr>
        <p:spPr>
          <a:xfrm>
            <a:off x="10711755" y="6219825"/>
            <a:ext cx="933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107" name="Text 104"/>
          <p:cNvSpPr/>
          <p:nvPr/>
        </p:nvSpPr>
        <p:spPr>
          <a:xfrm>
            <a:off x="10768905" y="65246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传输延迟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6" y="432074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1387" y="535396"/>
            <a:ext cx="169072" cy="169072"/>
          </a:xfrm>
          <a:custGeom>
            <a:avLst/>
            <a:gdLst/>
            <a:ahLst/>
            <a:cxnLst/>
            <a:rect l="l" t="t" r="r" b="b"/>
            <a:pathLst>
              <a:path w="169072" h="169072">
                <a:moveTo>
                  <a:pt x="0" y="84536"/>
                </a:moveTo>
                <a:cubicBezTo>
                  <a:pt x="0" y="37879"/>
                  <a:pt x="37879" y="0"/>
                  <a:pt x="84536" y="0"/>
                </a:cubicBezTo>
                <a:cubicBezTo>
                  <a:pt x="131193" y="0"/>
                  <a:pt x="169072" y="37879"/>
                  <a:pt x="169072" y="84536"/>
                </a:cubicBezTo>
                <a:cubicBezTo>
                  <a:pt x="169072" y="131193"/>
                  <a:pt x="131193" y="169072"/>
                  <a:pt x="84536" y="169072"/>
                </a:cubicBezTo>
                <a:cubicBezTo>
                  <a:pt x="37879" y="169072"/>
                  <a:pt x="0" y="131193"/>
                  <a:pt x="0" y="84536"/>
                </a:cubicBezTo>
                <a:close/>
                <a:moveTo>
                  <a:pt x="62180" y="48575"/>
                </a:moveTo>
                <a:cubicBezTo>
                  <a:pt x="59671" y="49962"/>
                  <a:pt x="58119" y="52637"/>
                  <a:pt x="58119" y="55477"/>
                </a:cubicBezTo>
                <a:lnTo>
                  <a:pt x="58119" y="113596"/>
                </a:lnTo>
                <a:cubicBezTo>
                  <a:pt x="58119" y="116468"/>
                  <a:pt x="59671" y="119110"/>
                  <a:pt x="62180" y="120497"/>
                </a:cubicBezTo>
                <a:cubicBezTo>
                  <a:pt x="64690" y="121884"/>
                  <a:pt x="67728" y="121851"/>
                  <a:pt x="70205" y="120332"/>
                </a:cubicBezTo>
                <a:lnTo>
                  <a:pt x="117756" y="91273"/>
                </a:lnTo>
                <a:cubicBezTo>
                  <a:pt x="120101" y="89820"/>
                  <a:pt x="121554" y="87277"/>
                  <a:pt x="121554" y="84503"/>
                </a:cubicBezTo>
                <a:cubicBezTo>
                  <a:pt x="121554" y="81729"/>
                  <a:pt x="120101" y="79187"/>
                  <a:pt x="117756" y="77734"/>
                </a:cubicBezTo>
                <a:lnTo>
                  <a:pt x="70205" y="48674"/>
                </a:lnTo>
                <a:cubicBezTo>
                  <a:pt x="67761" y="47188"/>
                  <a:pt x="64690" y="47122"/>
                  <a:pt x="62180" y="485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64148" y="375716"/>
            <a:ext cx="3719593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b="1" spc="44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DEMONSTRATION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4148" y="526003"/>
            <a:ext cx="3804129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看，它能工作！——功能演示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413" y="1056703"/>
            <a:ext cx="5635747" cy="3785344"/>
          </a:xfrm>
          <a:custGeom>
            <a:avLst/>
            <a:gdLst/>
            <a:ahLst/>
            <a:cxnLst/>
            <a:rect l="l" t="t" r="r" b="b"/>
            <a:pathLst>
              <a:path w="5635747" h="3785344">
                <a:moveTo>
                  <a:pt x="112728" y="0"/>
                </a:moveTo>
                <a:lnTo>
                  <a:pt x="5523020" y="0"/>
                </a:lnTo>
                <a:cubicBezTo>
                  <a:pt x="5585277" y="0"/>
                  <a:pt x="5635747" y="50470"/>
                  <a:pt x="5635747" y="112728"/>
                </a:cubicBezTo>
                <a:lnTo>
                  <a:pt x="5635747" y="3672616"/>
                </a:lnTo>
                <a:cubicBezTo>
                  <a:pt x="5635747" y="3734874"/>
                  <a:pt x="5585277" y="3785344"/>
                  <a:pt x="5523020" y="3785344"/>
                </a:cubicBezTo>
                <a:lnTo>
                  <a:pt x="112728" y="3785344"/>
                </a:lnTo>
                <a:cubicBezTo>
                  <a:pt x="50470" y="3785344"/>
                  <a:pt x="0" y="3734874"/>
                  <a:pt x="0" y="3672616"/>
                </a:cubicBezTo>
                <a:lnTo>
                  <a:pt x="0" y="112728"/>
                </a:lnTo>
                <a:cubicBezTo>
                  <a:pt x="0" y="50470"/>
                  <a:pt x="50470" y="0"/>
                  <a:pt x="11272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8878" y="1249257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187858" y="58706"/>
                </a:moveTo>
                <a:lnTo>
                  <a:pt x="187822" y="85343"/>
                </a:lnTo>
                <a:cubicBezTo>
                  <a:pt x="187822" y="101781"/>
                  <a:pt x="181364" y="117301"/>
                  <a:pt x="170247" y="128786"/>
                </a:cubicBezTo>
                <a:cubicBezTo>
                  <a:pt x="170136" y="100534"/>
                  <a:pt x="155533" y="74336"/>
                  <a:pt x="131574" y="59329"/>
                </a:cubicBezTo>
                <a:lnTo>
                  <a:pt x="130877" y="58889"/>
                </a:lnTo>
                <a:cubicBezTo>
                  <a:pt x="131794" y="57532"/>
                  <a:pt x="131904" y="55734"/>
                  <a:pt x="131024" y="54229"/>
                </a:cubicBezTo>
                <a:lnTo>
                  <a:pt x="108275" y="14823"/>
                </a:lnTo>
                <a:cubicBezTo>
                  <a:pt x="105854" y="10604"/>
                  <a:pt x="107285" y="5210"/>
                  <a:pt x="111504" y="2789"/>
                </a:cubicBezTo>
                <a:cubicBezTo>
                  <a:pt x="115724" y="367"/>
                  <a:pt x="121081" y="1835"/>
                  <a:pt x="123502" y="6054"/>
                </a:cubicBezTo>
                <a:lnTo>
                  <a:pt x="148452" y="49276"/>
                </a:lnTo>
                <a:lnTo>
                  <a:pt x="148452" y="49276"/>
                </a:lnTo>
                <a:lnTo>
                  <a:pt x="148452" y="49276"/>
                </a:lnTo>
                <a:lnTo>
                  <a:pt x="164339" y="76794"/>
                </a:lnTo>
                <a:lnTo>
                  <a:pt x="164376" y="58706"/>
                </a:lnTo>
                <a:cubicBezTo>
                  <a:pt x="164376" y="52211"/>
                  <a:pt x="169659" y="46965"/>
                  <a:pt x="176117" y="46965"/>
                </a:cubicBezTo>
                <a:cubicBezTo>
                  <a:pt x="182575" y="46965"/>
                  <a:pt x="187858" y="52248"/>
                  <a:pt x="187858" y="58706"/>
                </a:cubicBezTo>
                <a:close/>
                <a:moveTo>
                  <a:pt x="109486" y="45570"/>
                </a:moveTo>
                <a:cubicBezTo>
                  <a:pt x="104313" y="42341"/>
                  <a:pt x="98552" y="40911"/>
                  <a:pt x="92902" y="41131"/>
                </a:cubicBezTo>
                <a:lnTo>
                  <a:pt x="79510" y="17905"/>
                </a:lnTo>
                <a:cubicBezTo>
                  <a:pt x="77088" y="13686"/>
                  <a:pt x="78519" y="8292"/>
                  <a:pt x="82738" y="5871"/>
                </a:cubicBezTo>
                <a:cubicBezTo>
                  <a:pt x="86958" y="3449"/>
                  <a:pt x="92351" y="4880"/>
                  <a:pt x="94773" y="9099"/>
                </a:cubicBezTo>
                <a:lnTo>
                  <a:pt x="119393" y="51734"/>
                </a:lnTo>
                <a:lnTo>
                  <a:pt x="109486" y="45534"/>
                </a:lnTo>
                <a:close/>
                <a:moveTo>
                  <a:pt x="77748" y="32472"/>
                </a:moveTo>
                <a:lnTo>
                  <a:pt x="83766" y="42892"/>
                </a:lnTo>
                <a:cubicBezTo>
                  <a:pt x="78225" y="44910"/>
                  <a:pt x="73272" y="48616"/>
                  <a:pt x="69713" y="53789"/>
                </a:cubicBezTo>
                <a:lnTo>
                  <a:pt x="62485" y="41241"/>
                </a:lnTo>
                <a:cubicBezTo>
                  <a:pt x="60063" y="37021"/>
                  <a:pt x="61494" y="31628"/>
                  <a:pt x="65714" y="29206"/>
                </a:cubicBezTo>
                <a:cubicBezTo>
                  <a:pt x="69933" y="26784"/>
                  <a:pt x="75327" y="28215"/>
                  <a:pt x="77748" y="32435"/>
                </a:cubicBezTo>
                <a:close/>
                <a:moveTo>
                  <a:pt x="60724" y="55844"/>
                </a:moveTo>
                <a:lnTo>
                  <a:pt x="65310" y="63806"/>
                </a:lnTo>
                <a:cubicBezTo>
                  <a:pt x="64576" y="66961"/>
                  <a:pt x="64393" y="70227"/>
                  <a:pt x="64686" y="73382"/>
                </a:cubicBezTo>
                <a:lnTo>
                  <a:pt x="63109" y="73382"/>
                </a:lnTo>
                <a:lnTo>
                  <a:pt x="63109" y="73382"/>
                </a:lnTo>
                <a:lnTo>
                  <a:pt x="50487" y="73382"/>
                </a:lnTo>
                <a:lnTo>
                  <a:pt x="45460" y="64650"/>
                </a:lnTo>
                <a:cubicBezTo>
                  <a:pt x="43039" y="60430"/>
                  <a:pt x="44470" y="55037"/>
                  <a:pt x="48689" y="52615"/>
                </a:cubicBezTo>
                <a:cubicBezTo>
                  <a:pt x="52909" y="50193"/>
                  <a:pt x="58302" y="51624"/>
                  <a:pt x="60724" y="55844"/>
                </a:cubicBezTo>
                <a:close/>
                <a:moveTo>
                  <a:pt x="83986" y="64209"/>
                </a:moveTo>
                <a:cubicBezTo>
                  <a:pt x="87435" y="58706"/>
                  <a:pt x="94663" y="57055"/>
                  <a:pt x="100167" y="60467"/>
                </a:cubicBezTo>
                <a:lnTo>
                  <a:pt x="122255" y="74263"/>
                </a:lnTo>
                <a:cubicBezTo>
                  <a:pt x="141151" y="86114"/>
                  <a:pt x="152635" y="106844"/>
                  <a:pt x="152635" y="129153"/>
                </a:cubicBezTo>
                <a:lnTo>
                  <a:pt x="152635" y="132088"/>
                </a:lnTo>
                <a:cubicBezTo>
                  <a:pt x="152635" y="162872"/>
                  <a:pt x="127648" y="187858"/>
                  <a:pt x="96864" y="187858"/>
                </a:cubicBezTo>
                <a:lnTo>
                  <a:pt x="32288" y="187858"/>
                </a:lnTo>
                <a:cubicBezTo>
                  <a:pt x="27408" y="187858"/>
                  <a:pt x="23482" y="183932"/>
                  <a:pt x="23482" y="179052"/>
                </a:cubicBezTo>
                <a:cubicBezTo>
                  <a:pt x="23482" y="174172"/>
                  <a:pt x="27408" y="170247"/>
                  <a:pt x="32288" y="170247"/>
                </a:cubicBezTo>
                <a:lnTo>
                  <a:pt x="66044" y="170247"/>
                </a:lnTo>
                <a:cubicBezTo>
                  <a:pt x="68466" y="170247"/>
                  <a:pt x="70447" y="168265"/>
                  <a:pt x="70447" y="165844"/>
                </a:cubicBezTo>
                <a:cubicBezTo>
                  <a:pt x="70447" y="163422"/>
                  <a:pt x="68466" y="161441"/>
                  <a:pt x="66044" y="161441"/>
                </a:cubicBezTo>
                <a:lnTo>
                  <a:pt x="20547" y="161441"/>
                </a:lnTo>
                <a:cubicBezTo>
                  <a:pt x="15667" y="161441"/>
                  <a:pt x="11741" y="157515"/>
                  <a:pt x="11741" y="152635"/>
                </a:cubicBezTo>
                <a:cubicBezTo>
                  <a:pt x="11741" y="147755"/>
                  <a:pt x="15667" y="143829"/>
                  <a:pt x="20547" y="143829"/>
                </a:cubicBezTo>
                <a:lnTo>
                  <a:pt x="66044" y="143829"/>
                </a:lnTo>
                <a:cubicBezTo>
                  <a:pt x="68466" y="143829"/>
                  <a:pt x="70447" y="141848"/>
                  <a:pt x="70447" y="139426"/>
                </a:cubicBezTo>
                <a:cubicBezTo>
                  <a:pt x="70447" y="137004"/>
                  <a:pt x="68466" y="135023"/>
                  <a:pt x="66044" y="135023"/>
                </a:cubicBezTo>
                <a:lnTo>
                  <a:pt x="8806" y="135023"/>
                </a:lnTo>
                <a:cubicBezTo>
                  <a:pt x="3926" y="135023"/>
                  <a:pt x="0" y="131097"/>
                  <a:pt x="0" y="126217"/>
                </a:cubicBezTo>
                <a:cubicBezTo>
                  <a:pt x="0" y="121337"/>
                  <a:pt x="3926" y="117411"/>
                  <a:pt x="8806" y="117411"/>
                </a:cubicBezTo>
                <a:lnTo>
                  <a:pt x="66044" y="117411"/>
                </a:lnTo>
                <a:cubicBezTo>
                  <a:pt x="68466" y="117411"/>
                  <a:pt x="70447" y="115430"/>
                  <a:pt x="70447" y="113008"/>
                </a:cubicBezTo>
                <a:cubicBezTo>
                  <a:pt x="70447" y="110587"/>
                  <a:pt x="68466" y="108606"/>
                  <a:pt x="66044" y="108606"/>
                </a:cubicBezTo>
                <a:lnTo>
                  <a:pt x="20547" y="108606"/>
                </a:lnTo>
                <a:cubicBezTo>
                  <a:pt x="15667" y="108606"/>
                  <a:pt x="11741" y="104680"/>
                  <a:pt x="11741" y="99800"/>
                </a:cubicBezTo>
                <a:cubicBezTo>
                  <a:pt x="11741" y="94920"/>
                  <a:pt x="15667" y="90994"/>
                  <a:pt x="20547" y="90994"/>
                </a:cubicBezTo>
                <a:lnTo>
                  <a:pt x="70447" y="90994"/>
                </a:lnTo>
                <a:lnTo>
                  <a:pt x="70447" y="90994"/>
                </a:lnTo>
                <a:lnTo>
                  <a:pt x="70447" y="90994"/>
                </a:lnTo>
                <a:lnTo>
                  <a:pt x="104643" y="90994"/>
                </a:lnTo>
                <a:lnTo>
                  <a:pt x="87692" y="80390"/>
                </a:lnTo>
                <a:cubicBezTo>
                  <a:pt x="82188" y="76941"/>
                  <a:pt x="80537" y="69713"/>
                  <a:pt x="83949" y="642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70219" y="1211686"/>
            <a:ext cx="518488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双手协同控制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5396" y="1587402"/>
            <a:ext cx="5325781" cy="1803439"/>
          </a:xfrm>
          <a:custGeom>
            <a:avLst/>
            <a:gdLst/>
            <a:ahLst/>
            <a:cxnLst/>
            <a:rect l="l" t="t" r="r" b="b"/>
            <a:pathLst>
              <a:path w="5325781" h="1803439">
                <a:moveTo>
                  <a:pt x="75149" y="0"/>
                </a:moveTo>
                <a:lnTo>
                  <a:pt x="5250632" y="0"/>
                </a:lnTo>
                <a:cubicBezTo>
                  <a:pt x="5292136" y="0"/>
                  <a:pt x="5325781" y="33645"/>
                  <a:pt x="5325781" y="75149"/>
                </a:cubicBezTo>
                <a:lnTo>
                  <a:pt x="5325781" y="1728290"/>
                </a:lnTo>
                <a:cubicBezTo>
                  <a:pt x="5325781" y="1769766"/>
                  <a:pt x="5292108" y="1803439"/>
                  <a:pt x="5250632" y="1803439"/>
                </a:cubicBezTo>
                <a:lnTo>
                  <a:pt x="75149" y="1803439"/>
                </a:lnTo>
                <a:cubicBezTo>
                  <a:pt x="33645" y="1803439"/>
                  <a:pt x="0" y="1769794"/>
                  <a:pt x="0" y="1728290"/>
                </a:cubicBezTo>
                <a:lnTo>
                  <a:pt x="0" y="75149"/>
                </a:lnTo>
                <a:cubicBezTo>
                  <a:pt x="0" y="33673"/>
                  <a:pt x="33673" y="0"/>
                  <a:pt x="751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pic>
        <p:nvPicPr>
          <p:cNvPr id="10" name="Image 0" descr="https://kimi-web-img.moonshot.cn/img/techcrunch.com/fd1adadd3bda48fcf5690dec8027cf062ba7b2d1.png">    </p:cNvPr>
          <p:cNvPicPr>
            <a:picLocks noChangeAspect="1"/>
          </p:cNvPicPr>
          <p:nvPr/>
        </p:nvPicPr>
        <p:blipFill>
          <a:blip r:embed="rId1"/>
          <a:srcRect l="0" r="0" t="27376" b="27376"/>
          <a:stretch/>
        </p:blipFill>
        <p:spPr>
          <a:xfrm>
            <a:off x="685683" y="1737689"/>
            <a:ext cx="5025208" cy="1202293"/>
          </a:xfrm>
          <a:prstGeom prst="roundRect">
            <a:avLst>
              <a:gd name="adj" fmla="val 6250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685683" y="3052696"/>
            <a:ext cx="508156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MediaPipe实时追踪双手21个关键点，实现左右手分别控制不同关节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0092" y="3503556"/>
            <a:ext cx="2592444" cy="835969"/>
          </a:xfrm>
          <a:custGeom>
            <a:avLst/>
            <a:gdLst/>
            <a:ahLst/>
            <a:cxnLst/>
            <a:rect l="l" t="t" r="r" b="b"/>
            <a:pathLst>
              <a:path w="2592444" h="835969">
                <a:moveTo>
                  <a:pt x="112714" y="0"/>
                </a:moveTo>
                <a:lnTo>
                  <a:pt x="2479730" y="0"/>
                </a:lnTo>
                <a:cubicBezTo>
                  <a:pt x="2541980" y="0"/>
                  <a:pt x="2592444" y="50464"/>
                  <a:pt x="2592444" y="112714"/>
                </a:cubicBezTo>
                <a:lnTo>
                  <a:pt x="2592444" y="723255"/>
                </a:lnTo>
                <a:cubicBezTo>
                  <a:pt x="2592444" y="785506"/>
                  <a:pt x="2541980" y="835969"/>
                  <a:pt x="2479730" y="835969"/>
                </a:cubicBezTo>
                <a:lnTo>
                  <a:pt x="112714" y="835969"/>
                </a:lnTo>
                <a:cubicBezTo>
                  <a:pt x="50464" y="835969"/>
                  <a:pt x="0" y="785506"/>
                  <a:pt x="0" y="723255"/>
                </a:cubicBezTo>
                <a:lnTo>
                  <a:pt x="0" y="112714"/>
                </a:lnTo>
                <a:cubicBezTo>
                  <a:pt x="0" y="50505"/>
                  <a:pt x="50505" y="0"/>
                  <a:pt x="11271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290" y="363975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84536" y="9393"/>
                </a:moveTo>
                <a:cubicBezTo>
                  <a:pt x="84536" y="4197"/>
                  <a:pt x="80339" y="0"/>
                  <a:pt x="75143" y="0"/>
                </a:cubicBezTo>
                <a:cubicBezTo>
                  <a:pt x="69948" y="0"/>
                  <a:pt x="65750" y="4197"/>
                  <a:pt x="65750" y="9393"/>
                </a:cubicBezTo>
                <a:lnTo>
                  <a:pt x="65750" y="70447"/>
                </a:lnTo>
                <a:cubicBezTo>
                  <a:pt x="65750" y="73030"/>
                  <a:pt x="63637" y="75143"/>
                  <a:pt x="61054" y="75143"/>
                </a:cubicBezTo>
                <a:cubicBezTo>
                  <a:pt x="58471" y="75143"/>
                  <a:pt x="56357" y="73030"/>
                  <a:pt x="56357" y="70447"/>
                </a:cubicBezTo>
                <a:lnTo>
                  <a:pt x="56357" y="18786"/>
                </a:lnTo>
                <a:cubicBezTo>
                  <a:pt x="56357" y="13590"/>
                  <a:pt x="52160" y="9393"/>
                  <a:pt x="46965" y="9393"/>
                </a:cubicBezTo>
                <a:cubicBezTo>
                  <a:pt x="41769" y="9393"/>
                  <a:pt x="37572" y="13590"/>
                  <a:pt x="37572" y="18786"/>
                </a:cubicBezTo>
                <a:lnTo>
                  <a:pt x="37572" y="98626"/>
                </a:lnTo>
                <a:cubicBezTo>
                  <a:pt x="37572" y="99066"/>
                  <a:pt x="37572" y="99536"/>
                  <a:pt x="37601" y="99976"/>
                </a:cubicBezTo>
                <a:lnTo>
                  <a:pt x="19843" y="83069"/>
                </a:lnTo>
                <a:cubicBezTo>
                  <a:pt x="15146" y="78607"/>
                  <a:pt x="7720" y="78783"/>
                  <a:pt x="3229" y="83480"/>
                </a:cubicBezTo>
                <a:cubicBezTo>
                  <a:pt x="-1262" y="88176"/>
                  <a:pt x="-1057" y="95602"/>
                  <a:pt x="3640" y="100093"/>
                </a:cubicBezTo>
                <a:lnTo>
                  <a:pt x="36632" y="131501"/>
                </a:lnTo>
                <a:cubicBezTo>
                  <a:pt x="49283" y="143565"/>
                  <a:pt x="66103" y="150287"/>
                  <a:pt x="83597" y="150287"/>
                </a:cubicBezTo>
                <a:lnTo>
                  <a:pt x="89233" y="150287"/>
                </a:lnTo>
                <a:cubicBezTo>
                  <a:pt x="117764" y="150287"/>
                  <a:pt x="140894" y="127157"/>
                  <a:pt x="140894" y="98626"/>
                </a:cubicBezTo>
                <a:lnTo>
                  <a:pt x="140894" y="37572"/>
                </a:lnTo>
                <a:cubicBezTo>
                  <a:pt x="140894" y="32376"/>
                  <a:pt x="136696" y="28179"/>
                  <a:pt x="131501" y="28179"/>
                </a:cubicBezTo>
                <a:cubicBezTo>
                  <a:pt x="126305" y="28179"/>
                  <a:pt x="122108" y="32376"/>
                  <a:pt x="122108" y="37572"/>
                </a:cubicBezTo>
                <a:lnTo>
                  <a:pt x="122108" y="70447"/>
                </a:lnTo>
                <a:cubicBezTo>
                  <a:pt x="122108" y="73030"/>
                  <a:pt x="119994" y="75143"/>
                  <a:pt x="117411" y="75143"/>
                </a:cubicBezTo>
                <a:cubicBezTo>
                  <a:pt x="114828" y="75143"/>
                  <a:pt x="112715" y="73030"/>
                  <a:pt x="112715" y="70447"/>
                </a:cubicBezTo>
                <a:lnTo>
                  <a:pt x="112715" y="18786"/>
                </a:lnTo>
                <a:cubicBezTo>
                  <a:pt x="112715" y="13590"/>
                  <a:pt x="108517" y="9393"/>
                  <a:pt x="103322" y="9393"/>
                </a:cubicBezTo>
                <a:cubicBezTo>
                  <a:pt x="98127" y="9393"/>
                  <a:pt x="93929" y="13590"/>
                  <a:pt x="93929" y="18786"/>
                </a:cubicBezTo>
                <a:lnTo>
                  <a:pt x="93929" y="70447"/>
                </a:lnTo>
                <a:cubicBezTo>
                  <a:pt x="93929" y="73030"/>
                  <a:pt x="91816" y="75143"/>
                  <a:pt x="89233" y="75143"/>
                </a:cubicBezTo>
                <a:cubicBezTo>
                  <a:pt x="86650" y="75143"/>
                  <a:pt x="84536" y="73030"/>
                  <a:pt x="84536" y="70447"/>
                </a:cubicBezTo>
                <a:lnTo>
                  <a:pt x="84536" y="939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1"/>
          <p:cNvSpPr/>
          <p:nvPr/>
        </p:nvSpPr>
        <p:spPr>
          <a:xfrm>
            <a:off x="920505" y="3620968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左手控制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7504" y="3921541"/>
            <a:ext cx="75143" cy="75143"/>
          </a:xfrm>
          <a:custGeom>
            <a:avLst/>
            <a:gdLst/>
            <a:ahLst/>
            <a:cxnLst/>
            <a:rect l="l" t="t" r="r" b="b"/>
            <a:pathLst>
              <a:path w="75143" h="75143">
                <a:moveTo>
                  <a:pt x="37572" y="0"/>
                </a:moveTo>
                <a:lnTo>
                  <a:pt x="37572" y="0"/>
                </a:lnTo>
                <a:cubicBezTo>
                  <a:pt x="58322" y="0"/>
                  <a:pt x="75143" y="16821"/>
                  <a:pt x="75143" y="37572"/>
                </a:cubicBezTo>
                <a:lnTo>
                  <a:pt x="75143" y="37572"/>
                </a:lnTo>
                <a:cubicBezTo>
                  <a:pt x="75143" y="58322"/>
                  <a:pt x="58322" y="75143"/>
                  <a:pt x="37572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3"/>
          <p:cNvSpPr/>
          <p:nvPr/>
        </p:nvSpPr>
        <p:spPr>
          <a:xfrm>
            <a:off x="807790" y="3883969"/>
            <a:ext cx="91111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食指 → 底座旋转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57504" y="4109399"/>
            <a:ext cx="75143" cy="75143"/>
          </a:xfrm>
          <a:custGeom>
            <a:avLst/>
            <a:gdLst/>
            <a:ahLst/>
            <a:cxnLst/>
            <a:rect l="l" t="t" r="r" b="b"/>
            <a:pathLst>
              <a:path w="75143" h="75143">
                <a:moveTo>
                  <a:pt x="37572" y="0"/>
                </a:moveTo>
                <a:lnTo>
                  <a:pt x="37572" y="0"/>
                </a:lnTo>
                <a:cubicBezTo>
                  <a:pt x="58322" y="0"/>
                  <a:pt x="75143" y="16821"/>
                  <a:pt x="75143" y="37572"/>
                </a:cubicBezTo>
                <a:lnTo>
                  <a:pt x="75143" y="37572"/>
                </a:lnTo>
                <a:cubicBezTo>
                  <a:pt x="75143" y="58322"/>
                  <a:pt x="58322" y="75143"/>
                  <a:pt x="37572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5"/>
          <p:cNvSpPr/>
          <p:nvPr/>
        </p:nvSpPr>
        <p:spPr>
          <a:xfrm>
            <a:off x="807790" y="4071827"/>
            <a:ext cx="1023827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大拇指 → 大臂抬升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58753" y="3503556"/>
            <a:ext cx="2592444" cy="835969"/>
          </a:xfrm>
          <a:custGeom>
            <a:avLst/>
            <a:gdLst/>
            <a:ahLst/>
            <a:cxnLst/>
            <a:rect l="l" t="t" r="r" b="b"/>
            <a:pathLst>
              <a:path w="2592444" h="835969">
                <a:moveTo>
                  <a:pt x="112714" y="0"/>
                </a:moveTo>
                <a:lnTo>
                  <a:pt x="2479730" y="0"/>
                </a:lnTo>
                <a:cubicBezTo>
                  <a:pt x="2541980" y="0"/>
                  <a:pt x="2592444" y="50464"/>
                  <a:pt x="2592444" y="112714"/>
                </a:cubicBezTo>
                <a:lnTo>
                  <a:pt x="2592444" y="723255"/>
                </a:lnTo>
                <a:cubicBezTo>
                  <a:pt x="2592444" y="785506"/>
                  <a:pt x="2541980" y="835969"/>
                  <a:pt x="2479730" y="835969"/>
                </a:cubicBezTo>
                <a:lnTo>
                  <a:pt x="112714" y="835969"/>
                </a:lnTo>
                <a:cubicBezTo>
                  <a:pt x="50464" y="835969"/>
                  <a:pt x="0" y="785506"/>
                  <a:pt x="0" y="723255"/>
                </a:cubicBezTo>
                <a:lnTo>
                  <a:pt x="0" y="112714"/>
                </a:lnTo>
                <a:cubicBezTo>
                  <a:pt x="0" y="50505"/>
                  <a:pt x="50505" y="0"/>
                  <a:pt x="11271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94951" y="363975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84536" y="9393"/>
                </a:moveTo>
                <a:cubicBezTo>
                  <a:pt x="84536" y="4197"/>
                  <a:pt x="80339" y="0"/>
                  <a:pt x="75143" y="0"/>
                </a:cubicBezTo>
                <a:cubicBezTo>
                  <a:pt x="69948" y="0"/>
                  <a:pt x="65750" y="4197"/>
                  <a:pt x="65750" y="9393"/>
                </a:cubicBezTo>
                <a:lnTo>
                  <a:pt x="65750" y="70447"/>
                </a:lnTo>
                <a:cubicBezTo>
                  <a:pt x="65750" y="73030"/>
                  <a:pt x="63637" y="75143"/>
                  <a:pt x="61054" y="75143"/>
                </a:cubicBezTo>
                <a:cubicBezTo>
                  <a:pt x="58471" y="75143"/>
                  <a:pt x="56357" y="73030"/>
                  <a:pt x="56357" y="70447"/>
                </a:cubicBezTo>
                <a:lnTo>
                  <a:pt x="56357" y="18786"/>
                </a:lnTo>
                <a:cubicBezTo>
                  <a:pt x="56357" y="13590"/>
                  <a:pt x="52160" y="9393"/>
                  <a:pt x="46965" y="9393"/>
                </a:cubicBezTo>
                <a:cubicBezTo>
                  <a:pt x="41769" y="9393"/>
                  <a:pt x="37572" y="13590"/>
                  <a:pt x="37572" y="18786"/>
                </a:cubicBezTo>
                <a:lnTo>
                  <a:pt x="37572" y="98626"/>
                </a:lnTo>
                <a:cubicBezTo>
                  <a:pt x="37572" y="99066"/>
                  <a:pt x="37572" y="99536"/>
                  <a:pt x="37601" y="99976"/>
                </a:cubicBezTo>
                <a:lnTo>
                  <a:pt x="19843" y="83069"/>
                </a:lnTo>
                <a:cubicBezTo>
                  <a:pt x="15146" y="78607"/>
                  <a:pt x="7720" y="78783"/>
                  <a:pt x="3229" y="83480"/>
                </a:cubicBezTo>
                <a:cubicBezTo>
                  <a:pt x="-1262" y="88176"/>
                  <a:pt x="-1057" y="95602"/>
                  <a:pt x="3640" y="100093"/>
                </a:cubicBezTo>
                <a:lnTo>
                  <a:pt x="36632" y="131501"/>
                </a:lnTo>
                <a:cubicBezTo>
                  <a:pt x="49283" y="143565"/>
                  <a:pt x="66103" y="150287"/>
                  <a:pt x="83597" y="150287"/>
                </a:cubicBezTo>
                <a:lnTo>
                  <a:pt x="89233" y="150287"/>
                </a:lnTo>
                <a:cubicBezTo>
                  <a:pt x="117764" y="150287"/>
                  <a:pt x="140894" y="127157"/>
                  <a:pt x="140894" y="98626"/>
                </a:cubicBezTo>
                <a:lnTo>
                  <a:pt x="140894" y="37572"/>
                </a:lnTo>
                <a:cubicBezTo>
                  <a:pt x="140894" y="32376"/>
                  <a:pt x="136696" y="28179"/>
                  <a:pt x="131501" y="28179"/>
                </a:cubicBezTo>
                <a:cubicBezTo>
                  <a:pt x="126305" y="28179"/>
                  <a:pt x="122108" y="32376"/>
                  <a:pt x="122108" y="37572"/>
                </a:cubicBezTo>
                <a:lnTo>
                  <a:pt x="122108" y="70447"/>
                </a:lnTo>
                <a:cubicBezTo>
                  <a:pt x="122108" y="73030"/>
                  <a:pt x="119994" y="75143"/>
                  <a:pt x="117411" y="75143"/>
                </a:cubicBezTo>
                <a:cubicBezTo>
                  <a:pt x="114828" y="75143"/>
                  <a:pt x="112715" y="73030"/>
                  <a:pt x="112715" y="70447"/>
                </a:cubicBezTo>
                <a:lnTo>
                  <a:pt x="112715" y="18786"/>
                </a:lnTo>
                <a:cubicBezTo>
                  <a:pt x="112715" y="13590"/>
                  <a:pt x="108517" y="9393"/>
                  <a:pt x="103322" y="9393"/>
                </a:cubicBezTo>
                <a:cubicBezTo>
                  <a:pt x="98127" y="9393"/>
                  <a:pt x="93929" y="13590"/>
                  <a:pt x="93929" y="18786"/>
                </a:cubicBezTo>
                <a:lnTo>
                  <a:pt x="93929" y="70447"/>
                </a:lnTo>
                <a:cubicBezTo>
                  <a:pt x="93929" y="73030"/>
                  <a:pt x="91816" y="75143"/>
                  <a:pt x="89233" y="75143"/>
                </a:cubicBezTo>
                <a:cubicBezTo>
                  <a:pt x="86650" y="75143"/>
                  <a:pt x="84536" y="73030"/>
                  <a:pt x="84536" y="70447"/>
                </a:cubicBezTo>
                <a:lnTo>
                  <a:pt x="84536" y="939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8"/>
          <p:cNvSpPr/>
          <p:nvPr/>
        </p:nvSpPr>
        <p:spPr>
          <a:xfrm>
            <a:off x="3639166" y="3620968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右手控制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376165" y="3921541"/>
            <a:ext cx="75143" cy="75143"/>
          </a:xfrm>
          <a:custGeom>
            <a:avLst/>
            <a:gdLst/>
            <a:ahLst/>
            <a:cxnLst/>
            <a:rect l="l" t="t" r="r" b="b"/>
            <a:pathLst>
              <a:path w="75143" h="75143">
                <a:moveTo>
                  <a:pt x="37572" y="0"/>
                </a:moveTo>
                <a:lnTo>
                  <a:pt x="37572" y="0"/>
                </a:lnTo>
                <a:cubicBezTo>
                  <a:pt x="58322" y="0"/>
                  <a:pt x="75143" y="16821"/>
                  <a:pt x="75143" y="37572"/>
                </a:cubicBezTo>
                <a:lnTo>
                  <a:pt x="75143" y="37572"/>
                </a:lnTo>
                <a:cubicBezTo>
                  <a:pt x="75143" y="58322"/>
                  <a:pt x="58322" y="75143"/>
                  <a:pt x="37572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0"/>
          <p:cNvSpPr/>
          <p:nvPr/>
        </p:nvSpPr>
        <p:spPr>
          <a:xfrm>
            <a:off x="3526451" y="3883969"/>
            <a:ext cx="1023827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大拇指 → 小臂伸缩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376165" y="4109399"/>
            <a:ext cx="75143" cy="75143"/>
          </a:xfrm>
          <a:custGeom>
            <a:avLst/>
            <a:gdLst/>
            <a:ahLst/>
            <a:cxnLst/>
            <a:rect l="l" t="t" r="r" b="b"/>
            <a:pathLst>
              <a:path w="75143" h="75143">
                <a:moveTo>
                  <a:pt x="37572" y="0"/>
                </a:moveTo>
                <a:lnTo>
                  <a:pt x="37572" y="0"/>
                </a:lnTo>
                <a:cubicBezTo>
                  <a:pt x="58322" y="0"/>
                  <a:pt x="75143" y="16821"/>
                  <a:pt x="75143" y="37572"/>
                </a:cubicBezTo>
                <a:lnTo>
                  <a:pt x="75143" y="37572"/>
                </a:lnTo>
                <a:cubicBezTo>
                  <a:pt x="75143" y="58322"/>
                  <a:pt x="58322" y="75143"/>
                  <a:pt x="37572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2"/>
          <p:cNvSpPr/>
          <p:nvPr/>
        </p:nvSpPr>
        <p:spPr>
          <a:xfrm>
            <a:off x="3526451" y="4071827"/>
            <a:ext cx="91111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食指 → 钳子开合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0413" y="4964154"/>
            <a:ext cx="5635747" cy="1887975"/>
          </a:xfrm>
          <a:custGeom>
            <a:avLst/>
            <a:gdLst/>
            <a:ahLst/>
            <a:cxnLst/>
            <a:rect l="l" t="t" r="r" b="b"/>
            <a:pathLst>
              <a:path w="5635747" h="1887975">
                <a:moveTo>
                  <a:pt x="112712" y="0"/>
                </a:moveTo>
                <a:lnTo>
                  <a:pt x="5523035" y="0"/>
                </a:lnTo>
                <a:cubicBezTo>
                  <a:pt x="5585284" y="0"/>
                  <a:pt x="5635747" y="50463"/>
                  <a:pt x="5635747" y="112712"/>
                </a:cubicBezTo>
                <a:lnTo>
                  <a:pt x="5635747" y="1775263"/>
                </a:lnTo>
                <a:cubicBezTo>
                  <a:pt x="5635747" y="1837512"/>
                  <a:pt x="5585284" y="1887975"/>
                  <a:pt x="5523035" y="1887975"/>
                </a:cubicBezTo>
                <a:lnTo>
                  <a:pt x="112712" y="1887975"/>
                </a:lnTo>
                <a:cubicBezTo>
                  <a:pt x="50463" y="1887975"/>
                  <a:pt x="0" y="1837512"/>
                  <a:pt x="0" y="1775263"/>
                </a:cubicBezTo>
                <a:lnTo>
                  <a:pt x="0" y="112712"/>
                </a:lnTo>
                <a:cubicBezTo>
                  <a:pt x="0" y="50505"/>
                  <a:pt x="50505" y="0"/>
                  <a:pt x="11271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8878" y="5166102"/>
            <a:ext cx="169072" cy="169072"/>
          </a:xfrm>
          <a:custGeom>
            <a:avLst/>
            <a:gdLst/>
            <a:ahLst/>
            <a:cxnLst/>
            <a:rect l="l" t="t" r="r" b="b"/>
            <a:pathLst>
              <a:path w="169072" h="169072">
                <a:moveTo>
                  <a:pt x="10567" y="21134"/>
                </a:moveTo>
                <a:cubicBezTo>
                  <a:pt x="4722" y="21134"/>
                  <a:pt x="0" y="25856"/>
                  <a:pt x="0" y="31701"/>
                </a:cubicBezTo>
                <a:cubicBezTo>
                  <a:pt x="0" y="37546"/>
                  <a:pt x="4722" y="42268"/>
                  <a:pt x="10567" y="42268"/>
                </a:cubicBezTo>
                <a:lnTo>
                  <a:pt x="39197" y="42268"/>
                </a:lnTo>
                <a:cubicBezTo>
                  <a:pt x="43259" y="51613"/>
                  <a:pt x="52571" y="58119"/>
                  <a:pt x="63402" y="58119"/>
                </a:cubicBezTo>
                <a:cubicBezTo>
                  <a:pt x="74233" y="58119"/>
                  <a:pt x="83546" y="51613"/>
                  <a:pt x="87607" y="42268"/>
                </a:cubicBezTo>
                <a:lnTo>
                  <a:pt x="158505" y="42268"/>
                </a:lnTo>
                <a:cubicBezTo>
                  <a:pt x="164350" y="42268"/>
                  <a:pt x="169072" y="37546"/>
                  <a:pt x="169072" y="31701"/>
                </a:cubicBezTo>
                <a:cubicBezTo>
                  <a:pt x="169072" y="25856"/>
                  <a:pt x="164350" y="21134"/>
                  <a:pt x="158505" y="21134"/>
                </a:cubicBezTo>
                <a:lnTo>
                  <a:pt x="87607" y="21134"/>
                </a:lnTo>
                <a:cubicBezTo>
                  <a:pt x="83546" y="11789"/>
                  <a:pt x="74233" y="5284"/>
                  <a:pt x="63402" y="5284"/>
                </a:cubicBezTo>
                <a:cubicBezTo>
                  <a:pt x="52571" y="5284"/>
                  <a:pt x="43259" y="11789"/>
                  <a:pt x="39197" y="21134"/>
                </a:cubicBezTo>
                <a:lnTo>
                  <a:pt x="10567" y="21134"/>
                </a:lnTo>
                <a:close/>
                <a:moveTo>
                  <a:pt x="10567" y="73969"/>
                </a:moveTo>
                <a:cubicBezTo>
                  <a:pt x="4722" y="73969"/>
                  <a:pt x="0" y="78691"/>
                  <a:pt x="0" y="84536"/>
                </a:cubicBezTo>
                <a:cubicBezTo>
                  <a:pt x="0" y="90381"/>
                  <a:pt x="4722" y="95103"/>
                  <a:pt x="10567" y="95103"/>
                </a:cubicBezTo>
                <a:lnTo>
                  <a:pt x="92032" y="95103"/>
                </a:lnTo>
                <a:cubicBezTo>
                  <a:pt x="96094" y="104448"/>
                  <a:pt x="105406" y="110954"/>
                  <a:pt x="116237" y="110954"/>
                </a:cubicBezTo>
                <a:cubicBezTo>
                  <a:pt x="127068" y="110954"/>
                  <a:pt x="136381" y="104448"/>
                  <a:pt x="140442" y="95103"/>
                </a:cubicBezTo>
                <a:lnTo>
                  <a:pt x="158505" y="95103"/>
                </a:lnTo>
                <a:cubicBezTo>
                  <a:pt x="164350" y="95103"/>
                  <a:pt x="169072" y="90381"/>
                  <a:pt x="169072" y="84536"/>
                </a:cubicBezTo>
                <a:cubicBezTo>
                  <a:pt x="169072" y="78691"/>
                  <a:pt x="164350" y="73969"/>
                  <a:pt x="158505" y="73969"/>
                </a:cubicBezTo>
                <a:lnTo>
                  <a:pt x="140442" y="73969"/>
                </a:lnTo>
                <a:cubicBezTo>
                  <a:pt x="136381" y="64624"/>
                  <a:pt x="127068" y="58119"/>
                  <a:pt x="116237" y="58119"/>
                </a:cubicBezTo>
                <a:cubicBezTo>
                  <a:pt x="105406" y="58119"/>
                  <a:pt x="96094" y="64624"/>
                  <a:pt x="92032" y="73969"/>
                </a:cubicBezTo>
                <a:lnTo>
                  <a:pt x="10567" y="73969"/>
                </a:lnTo>
                <a:close/>
                <a:moveTo>
                  <a:pt x="10567" y="126804"/>
                </a:moveTo>
                <a:cubicBezTo>
                  <a:pt x="4722" y="126804"/>
                  <a:pt x="0" y="131526"/>
                  <a:pt x="0" y="137371"/>
                </a:cubicBezTo>
                <a:cubicBezTo>
                  <a:pt x="0" y="143216"/>
                  <a:pt x="4722" y="147938"/>
                  <a:pt x="10567" y="147938"/>
                </a:cubicBezTo>
                <a:lnTo>
                  <a:pt x="28630" y="147938"/>
                </a:lnTo>
                <a:cubicBezTo>
                  <a:pt x="32692" y="157284"/>
                  <a:pt x="42004" y="163789"/>
                  <a:pt x="52835" y="163789"/>
                </a:cubicBezTo>
                <a:cubicBezTo>
                  <a:pt x="63666" y="163789"/>
                  <a:pt x="72979" y="157284"/>
                  <a:pt x="77040" y="147938"/>
                </a:cubicBezTo>
                <a:lnTo>
                  <a:pt x="158505" y="147938"/>
                </a:lnTo>
                <a:cubicBezTo>
                  <a:pt x="164350" y="147938"/>
                  <a:pt x="169072" y="143216"/>
                  <a:pt x="169072" y="137371"/>
                </a:cubicBezTo>
                <a:cubicBezTo>
                  <a:pt x="169072" y="131526"/>
                  <a:pt x="164350" y="126804"/>
                  <a:pt x="158505" y="126804"/>
                </a:cubicBezTo>
                <a:lnTo>
                  <a:pt x="77040" y="126804"/>
                </a:lnTo>
                <a:cubicBezTo>
                  <a:pt x="72979" y="117459"/>
                  <a:pt x="63666" y="110954"/>
                  <a:pt x="52835" y="110954"/>
                </a:cubicBezTo>
                <a:cubicBezTo>
                  <a:pt x="42004" y="110954"/>
                  <a:pt x="32692" y="117459"/>
                  <a:pt x="28630" y="126804"/>
                </a:cubicBezTo>
                <a:lnTo>
                  <a:pt x="10567" y="12680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5"/>
          <p:cNvSpPr/>
          <p:nvPr/>
        </p:nvSpPr>
        <p:spPr>
          <a:xfrm>
            <a:off x="751433" y="5119137"/>
            <a:ext cx="519428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控制逻辑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35396" y="5494854"/>
            <a:ext cx="5325781" cy="1202293"/>
          </a:xfrm>
          <a:custGeom>
            <a:avLst/>
            <a:gdLst/>
            <a:ahLst/>
            <a:cxnLst/>
            <a:rect l="l" t="t" r="r" b="b"/>
            <a:pathLst>
              <a:path w="5325781" h="1202293">
                <a:moveTo>
                  <a:pt x="75143" y="0"/>
                </a:moveTo>
                <a:lnTo>
                  <a:pt x="5250638" y="0"/>
                </a:lnTo>
                <a:cubicBezTo>
                  <a:pt x="5292138" y="0"/>
                  <a:pt x="5325781" y="33643"/>
                  <a:pt x="5325781" y="75143"/>
                </a:cubicBezTo>
                <a:lnTo>
                  <a:pt x="5325781" y="1127149"/>
                </a:lnTo>
                <a:cubicBezTo>
                  <a:pt x="5325781" y="1168650"/>
                  <a:pt x="5292138" y="1202293"/>
                  <a:pt x="5250638" y="1202293"/>
                </a:cubicBezTo>
                <a:lnTo>
                  <a:pt x="75143" y="1202293"/>
                </a:lnTo>
                <a:cubicBezTo>
                  <a:pt x="33671" y="1202293"/>
                  <a:pt x="0" y="1168622"/>
                  <a:pt x="0" y="1127149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15236" y="5607569"/>
            <a:ext cx="516610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中指+无名指+小指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615339" y="5832998"/>
            <a:ext cx="375716" cy="225430"/>
          </a:xfrm>
          <a:custGeom>
            <a:avLst/>
            <a:gdLst/>
            <a:ahLst/>
            <a:cxnLst/>
            <a:rect l="l" t="t" r="r" b="b"/>
            <a:pathLst>
              <a:path w="375716" h="225430">
                <a:moveTo>
                  <a:pt x="37572" y="0"/>
                </a:moveTo>
                <a:lnTo>
                  <a:pt x="338144" y="0"/>
                </a:lnTo>
                <a:cubicBezTo>
                  <a:pt x="358881" y="0"/>
                  <a:pt x="375716" y="16836"/>
                  <a:pt x="375716" y="37572"/>
                </a:cubicBezTo>
                <a:lnTo>
                  <a:pt x="375716" y="187857"/>
                </a:lnTo>
                <a:cubicBezTo>
                  <a:pt x="375716" y="208608"/>
                  <a:pt x="358895" y="225430"/>
                  <a:pt x="338144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2587160" y="5832998"/>
            <a:ext cx="432074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张开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028627" y="5832998"/>
            <a:ext cx="22543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291629" y="5832998"/>
            <a:ext cx="488431" cy="225430"/>
          </a:xfrm>
          <a:custGeom>
            <a:avLst/>
            <a:gdLst/>
            <a:ahLst/>
            <a:cxnLst/>
            <a:rect l="l" t="t" r="r" b="b"/>
            <a:pathLst>
              <a:path w="488431" h="225430">
                <a:moveTo>
                  <a:pt x="37572" y="0"/>
                </a:moveTo>
                <a:lnTo>
                  <a:pt x="450859" y="0"/>
                </a:lnTo>
                <a:cubicBezTo>
                  <a:pt x="471596" y="0"/>
                  <a:pt x="488431" y="16836"/>
                  <a:pt x="488431" y="37572"/>
                </a:cubicBezTo>
                <a:lnTo>
                  <a:pt x="488431" y="187857"/>
                </a:lnTo>
                <a:cubicBezTo>
                  <a:pt x="488431" y="208608"/>
                  <a:pt x="471610" y="225430"/>
                  <a:pt x="450859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3263450" y="5832998"/>
            <a:ext cx="544789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顺时针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15236" y="6133572"/>
            <a:ext cx="516610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中指+无名指+小指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615339" y="6359002"/>
            <a:ext cx="375716" cy="225430"/>
          </a:xfrm>
          <a:custGeom>
            <a:avLst/>
            <a:gdLst/>
            <a:ahLst/>
            <a:cxnLst/>
            <a:rect l="l" t="t" r="r" b="b"/>
            <a:pathLst>
              <a:path w="375716" h="225430">
                <a:moveTo>
                  <a:pt x="37572" y="0"/>
                </a:moveTo>
                <a:lnTo>
                  <a:pt x="338144" y="0"/>
                </a:lnTo>
                <a:cubicBezTo>
                  <a:pt x="358881" y="0"/>
                  <a:pt x="375716" y="16836"/>
                  <a:pt x="375716" y="37572"/>
                </a:cubicBezTo>
                <a:lnTo>
                  <a:pt x="375716" y="187857"/>
                </a:lnTo>
                <a:cubicBezTo>
                  <a:pt x="375716" y="208608"/>
                  <a:pt x="358895" y="225430"/>
                  <a:pt x="338144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2587160" y="6359002"/>
            <a:ext cx="432074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弯曲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028627" y="6359002"/>
            <a:ext cx="22543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291629" y="6359002"/>
            <a:ext cx="488431" cy="225430"/>
          </a:xfrm>
          <a:custGeom>
            <a:avLst/>
            <a:gdLst/>
            <a:ahLst/>
            <a:cxnLst/>
            <a:rect l="l" t="t" r="r" b="b"/>
            <a:pathLst>
              <a:path w="488431" h="225430">
                <a:moveTo>
                  <a:pt x="37572" y="0"/>
                </a:moveTo>
                <a:lnTo>
                  <a:pt x="450859" y="0"/>
                </a:lnTo>
                <a:cubicBezTo>
                  <a:pt x="471596" y="0"/>
                  <a:pt x="488431" y="16836"/>
                  <a:pt x="488431" y="37572"/>
                </a:cubicBezTo>
                <a:lnTo>
                  <a:pt x="488431" y="187857"/>
                </a:lnTo>
                <a:cubicBezTo>
                  <a:pt x="488431" y="208608"/>
                  <a:pt x="471610" y="225430"/>
                  <a:pt x="450859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3263450" y="6359002"/>
            <a:ext cx="544789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逆时针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174739" y="1056703"/>
            <a:ext cx="5635747" cy="4010773"/>
          </a:xfrm>
          <a:custGeom>
            <a:avLst/>
            <a:gdLst/>
            <a:ahLst/>
            <a:cxnLst/>
            <a:rect l="l" t="t" r="r" b="b"/>
            <a:pathLst>
              <a:path w="5635747" h="4010773">
                <a:moveTo>
                  <a:pt x="112703" y="0"/>
                </a:moveTo>
                <a:lnTo>
                  <a:pt x="5523045" y="0"/>
                </a:lnTo>
                <a:cubicBezTo>
                  <a:pt x="5585289" y="0"/>
                  <a:pt x="5635747" y="50459"/>
                  <a:pt x="5635747" y="112703"/>
                </a:cubicBezTo>
                <a:lnTo>
                  <a:pt x="5635747" y="3898071"/>
                </a:lnTo>
                <a:cubicBezTo>
                  <a:pt x="5635747" y="3960315"/>
                  <a:pt x="5585289" y="4010773"/>
                  <a:pt x="5523045" y="4010773"/>
                </a:cubicBezTo>
                <a:lnTo>
                  <a:pt x="112703" y="4010773"/>
                </a:lnTo>
                <a:cubicBezTo>
                  <a:pt x="50459" y="4010773"/>
                  <a:pt x="0" y="3960315"/>
                  <a:pt x="0" y="3898071"/>
                </a:cubicBezTo>
                <a:lnTo>
                  <a:pt x="0" y="112703"/>
                </a:lnTo>
                <a:cubicBezTo>
                  <a:pt x="0" y="50500"/>
                  <a:pt x="50500" y="0"/>
                  <a:pt x="1127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76687" y="1249257"/>
            <a:ext cx="140894" cy="187858"/>
          </a:xfrm>
          <a:custGeom>
            <a:avLst/>
            <a:gdLst/>
            <a:ahLst/>
            <a:cxnLst/>
            <a:rect l="l" t="t" r="r" b="b"/>
            <a:pathLst>
              <a:path w="140894" h="187858">
                <a:moveTo>
                  <a:pt x="35223" y="35223"/>
                </a:moveTo>
                <a:cubicBezTo>
                  <a:pt x="35223" y="15777"/>
                  <a:pt x="51001" y="0"/>
                  <a:pt x="70447" y="0"/>
                </a:cubicBezTo>
                <a:cubicBezTo>
                  <a:pt x="88902" y="0"/>
                  <a:pt x="104056" y="14199"/>
                  <a:pt x="105560" y="32288"/>
                </a:cubicBezTo>
                <a:lnTo>
                  <a:pt x="85123" y="32288"/>
                </a:lnTo>
                <a:cubicBezTo>
                  <a:pt x="80243" y="32288"/>
                  <a:pt x="76317" y="36214"/>
                  <a:pt x="76317" y="41094"/>
                </a:cubicBezTo>
                <a:cubicBezTo>
                  <a:pt x="76317" y="45974"/>
                  <a:pt x="80243" y="49900"/>
                  <a:pt x="85123" y="49900"/>
                </a:cubicBezTo>
                <a:lnTo>
                  <a:pt x="105670" y="49900"/>
                </a:lnTo>
                <a:lnTo>
                  <a:pt x="105670" y="67512"/>
                </a:lnTo>
                <a:lnTo>
                  <a:pt x="85123" y="67512"/>
                </a:lnTo>
                <a:cubicBezTo>
                  <a:pt x="80243" y="67512"/>
                  <a:pt x="76317" y="71438"/>
                  <a:pt x="76317" y="76317"/>
                </a:cubicBezTo>
                <a:cubicBezTo>
                  <a:pt x="76317" y="81197"/>
                  <a:pt x="80243" y="85123"/>
                  <a:pt x="85123" y="85123"/>
                </a:cubicBezTo>
                <a:lnTo>
                  <a:pt x="105560" y="85123"/>
                </a:lnTo>
                <a:cubicBezTo>
                  <a:pt x="104056" y="103212"/>
                  <a:pt x="88939" y="117411"/>
                  <a:pt x="70447" y="117411"/>
                </a:cubicBezTo>
                <a:cubicBezTo>
                  <a:pt x="51001" y="117411"/>
                  <a:pt x="35223" y="101634"/>
                  <a:pt x="35223" y="82188"/>
                </a:cubicBezTo>
                <a:lnTo>
                  <a:pt x="35223" y="35223"/>
                </a:lnTo>
                <a:close/>
                <a:moveTo>
                  <a:pt x="8806" y="58706"/>
                </a:moveTo>
                <a:cubicBezTo>
                  <a:pt x="13686" y="58706"/>
                  <a:pt x="17612" y="62632"/>
                  <a:pt x="17612" y="67512"/>
                </a:cubicBezTo>
                <a:lnTo>
                  <a:pt x="17612" y="82188"/>
                </a:lnTo>
                <a:cubicBezTo>
                  <a:pt x="17612" y="111357"/>
                  <a:pt x="41277" y="135023"/>
                  <a:pt x="70447" y="135023"/>
                </a:cubicBezTo>
                <a:cubicBezTo>
                  <a:pt x="99616" y="135023"/>
                  <a:pt x="123282" y="111357"/>
                  <a:pt x="123282" y="82188"/>
                </a:cubicBezTo>
                <a:lnTo>
                  <a:pt x="123282" y="67512"/>
                </a:lnTo>
                <a:cubicBezTo>
                  <a:pt x="123282" y="62632"/>
                  <a:pt x="127208" y="58706"/>
                  <a:pt x="132088" y="58706"/>
                </a:cubicBezTo>
                <a:cubicBezTo>
                  <a:pt x="136968" y="58706"/>
                  <a:pt x="140894" y="62632"/>
                  <a:pt x="140894" y="67512"/>
                </a:cubicBezTo>
                <a:lnTo>
                  <a:pt x="140894" y="82188"/>
                </a:lnTo>
                <a:cubicBezTo>
                  <a:pt x="140894" y="118109"/>
                  <a:pt x="113999" y="147755"/>
                  <a:pt x="79253" y="152084"/>
                </a:cubicBezTo>
                <a:lnTo>
                  <a:pt x="79253" y="170247"/>
                </a:lnTo>
                <a:lnTo>
                  <a:pt x="96864" y="170247"/>
                </a:lnTo>
                <a:cubicBezTo>
                  <a:pt x="101744" y="170247"/>
                  <a:pt x="105670" y="174172"/>
                  <a:pt x="105670" y="179052"/>
                </a:cubicBezTo>
                <a:cubicBezTo>
                  <a:pt x="105670" y="183932"/>
                  <a:pt x="101744" y="187858"/>
                  <a:pt x="96864" y="187858"/>
                </a:cubicBezTo>
                <a:lnTo>
                  <a:pt x="44029" y="187858"/>
                </a:lnTo>
                <a:cubicBezTo>
                  <a:pt x="39149" y="187858"/>
                  <a:pt x="35223" y="183932"/>
                  <a:pt x="35223" y="179052"/>
                </a:cubicBezTo>
                <a:cubicBezTo>
                  <a:pt x="35223" y="174172"/>
                  <a:pt x="39149" y="170247"/>
                  <a:pt x="44029" y="170247"/>
                </a:cubicBezTo>
                <a:lnTo>
                  <a:pt x="61641" y="170247"/>
                </a:lnTo>
                <a:lnTo>
                  <a:pt x="61641" y="152084"/>
                </a:lnTo>
                <a:cubicBezTo>
                  <a:pt x="26895" y="147755"/>
                  <a:pt x="0" y="118109"/>
                  <a:pt x="0" y="82188"/>
                </a:cubicBezTo>
                <a:lnTo>
                  <a:pt x="0" y="67512"/>
                </a:lnTo>
                <a:cubicBezTo>
                  <a:pt x="0" y="62632"/>
                  <a:pt x="3926" y="58706"/>
                  <a:pt x="8806" y="587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1"/>
          <p:cNvSpPr/>
          <p:nvPr/>
        </p:nvSpPr>
        <p:spPr>
          <a:xfrm>
            <a:off x="6564545" y="1211686"/>
            <a:ext cx="518488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语音精准控制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29722" y="1587402"/>
            <a:ext cx="5325781" cy="2780302"/>
          </a:xfrm>
          <a:custGeom>
            <a:avLst/>
            <a:gdLst/>
            <a:ahLst/>
            <a:cxnLst/>
            <a:rect l="l" t="t" r="r" b="b"/>
            <a:pathLst>
              <a:path w="5325781" h="2780302">
                <a:moveTo>
                  <a:pt x="75152" y="0"/>
                </a:moveTo>
                <a:lnTo>
                  <a:pt x="5250630" y="0"/>
                </a:lnTo>
                <a:cubicBezTo>
                  <a:pt x="5292135" y="0"/>
                  <a:pt x="5325781" y="33647"/>
                  <a:pt x="5325781" y="75152"/>
                </a:cubicBezTo>
                <a:lnTo>
                  <a:pt x="5325781" y="2705150"/>
                </a:lnTo>
                <a:cubicBezTo>
                  <a:pt x="5325781" y="2746656"/>
                  <a:pt x="5292135" y="2780302"/>
                  <a:pt x="5250630" y="2780302"/>
                </a:cubicBezTo>
                <a:lnTo>
                  <a:pt x="75152" y="2780302"/>
                </a:lnTo>
                <a:cubicBezTo>
                  <a:pt x="33647" y="2780302"/>
                  <a:pt x="0" y="2746656"/>
                  <a:pt x="0" y="2705150"/>
                </a:cubicBezTo>
                <a:lnTo>
                  <a:pt x="0" y="75152"/>
                </a:lnTo>
                <a:cubicBezTo>
                  <a:pt x="0" y="33674"/>
                  <a:pt x="33674" y="0"/>
                  <a:pt x="751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80009" y="1737689"/>
            <a:ext cx="5025208" cy="563575"/>
          </a:xfrm>
          <a:custGeom>
            <a:avLst/>
            <a:gdLst/>
            <a:ahLst/>
            <a:cxnLst/>
            <a:rect l="l" t="t" r="r" b="b"/>
            <a:pathLst>
              <a:path w="5025208" h="563575">
                <a:moveTo>
                  <a:pt x="75141" y="0"/>
                </a:moveTo>
                <a:lnTo>
                  <a:pt x="4950067" y="0"/>
                </a:lnTo>
                <a:cubicBezTo>
                  <a:pt x="4991566" y="0"/>
                  <a:pt x="5025208" y="33642"/>
                  <a:pt x="5025208" y="75141"/>
                </a:cubicBezTo>
                <a:lnTo>
                  <a:pt x="5025208" y="488433"/>
                </a:lnTo>
                <a:cubicBezTo>
                  <a:pt x="5025208" y="529933"/>
                  <a:pt x="4991566" y="563575"/>
                  <a:pt x="4950067" y="563575"/>
                </a:cubicBezTo>
                <a:lnTo>
                  <a:pt x="75141" y="563575"/>
                </a:lnTo>
                <a:cubicBezTo>
                  <a:pt x="33670" y="563575"/>
                  <a:pt x="0" y="529905"/>
                  <a:pt x="0" y="488433"/>
                </a:cubicBezTo>
                <a:lnTo>
                  <a:pt x="0" y="75141"/>
                </a:lnTo>
                <a:cubicBezTo>
                  <a:pt x="0" y="33642"/>
                  <a:pt x="33642" y="0"/>
                  <a:pt x="7514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11509" y="194433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40894"/>
                </a:moveTo>
                <a:cubicBezTo>
                  <a:pt x="116648" y="140894"/>
                  <a:pt x="150287" y="109339"/>
                  <a:pt x="150287" y="70447"/>
                </a:cubicBezTo>
                <a:cubicBezTo>
                  <a:pt x="150287" y="31554"/>
                  <a:pt x="116648" y="0"/>
                  <a:pt x="75143" y="0"/>
                </a:cubicBezTo>
                <a:cubicBezTo>
                  <a:pt x="33638" y="0"/>
                  <a:pt x="0" y="31554"/>
                  <a:pt x="0" y="70447"/>
                </a:cubicBezTo>
                <a:cubicBezTo>
                  <a:pt x="0" y="86385"/>
                  <a:pt x="5636" y="101062"/>
                  <a:pt x="15146" y="112862"/>
                </a:cubicBezTo>
                <a:lnTo>
                  <a:pt x="822" y="139954"/>
                </a:lnTo>
                <a:cubicBezTo>
                  <a:pt x="-587" y="142596"/>
                  <a:pt x="-147" y="145825"/>
                  <a:pt x="1879" y="148026"/>
                </a:cubicBezTo>
                <a:cubicBezTo>
                  <a:pt x="3904" y="150228"/>
                  <a:pt x="7103" y="150903"/>
                  <a:pt x="9833" y="149729"/>
                </a:cubicBezTo>
                <a:lnTo>
                  <a:pt x="44587" y="134847"/>
                </a:lnTo>
                <a:cubicBezTo>
                  <a:pt x="53921" y="138722"/>
                  <a:pt x="64253" y="140894"/>
                  <a:pt x="75143" y="140894"/>
                </a:cubicBezTo>
                <a:close/>
                <a:moveTo>
                  <a:pt x="37572" y="61054"/>
                </a:moveTo>
                <a:cubicBezTo>
                  <a:pt x="42756" y="61054"/>
                  <a:pt x="46965" y="65263"/>
                  <a:pt x="46965" y="70447"/>
                </a:cubicBezTo>
                <a:cubicBezTo>
                  <a:pt x="46965" y="75631"/>
                  <a:pt x="42756" y="79840"/>
                  <a:pt x="37572" y="79840"/>
                </a:cubicBezTo>
                <a:cubicBezTo>
                  <a:pt x="32388" y="79840"/>
                  <a:pt x="28179" y="75631"/>
                  <a:pt x="28179" y="70447"/>
                </a:cubicBezTo>
                <a:cubicBezTo>
                  <a:pt x="28179" y="65263"/>
                  <a:pt x="32388" y="61054"/>
                  <a:pt x="37572" y="61054"/>
                </a:cubicBezTo>
                <a:close/>
                <a:moveTo>
                  <a:pt x="75143" y="61054"/>
                </a:moveTo>
                <a:cubicBezTo>
                  <a:pt x="80327" y="61054"/>
                  <a:pt x="84536" y="65263"/>
                  <a:pt x="84536" y="70447"/>
                </a:cubicBezTo>
                <a:cubicBezTo>
                  <a:pt x="84536" y="75631"/>
                  <a:pt x="80327" y="79840"/>
                  <a:pt x="75143" y="79840"/>
                </a:cubicBezTo>
                <a:cubicBezTo>
                  <a:pt x="69959" y="79840"/>
                  <a:pt x="65750" y="75631"/>
                  <a:pt x="65750" y="70447"/>
                </a:cubicBezTo>
                <a:cubicBezTo>
                  <a:pt x="65750" y="65263"/>
                  <a:pt x="69959" y="61054"/>
                  <a:pt x="75143" y="61054"/>
                </a:cubicBezTo>
                <a:close/>
                <a:moveTo>
                  <a:pt x="103322" y="70447"/>
                </a:moveTo>
                <a:cubicBezTo>
                  <a:pt x="103322" y="65263"/>
                  <a:pt x="107531" y="61054"/>
                  <a:pt x="112715" y="61054"/>
                </a:cubicBezTo>
                <a:cubicBezTo>
                  <a:pt x="117899" y="61054"/>
                  <a:pt x="122108" y="65263"/>
                  <a:pt x="122108" y="70447"/>
                </a:cubicBezTo>
                <a:cubicBezTo>
                  <a:pt x="122108" y="75631"/>
                  <a:pt x="117899" y="79840"/>
                  <a:pt x="112715" y="79840"/>
                </a:cubicBezTo>
                <a:cubicBezTo>
                  <a:pt x="107531" y="79840"/>
                  <a:pt x="103322" y="75631"/>
                  <a:pt x="103322" y="704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5"/>
          <p:cNvSpPr/>
          <p:nvPr/>
        </p:nvSpPr>
        <p:spPr>
          <a:xfrm>
            <a:off x="6893297" y="1850404"/>
            <a:ext cx="45649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"底座左转30度"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893297" y="2038262"/>
            <a:ext cx="455556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精确角度控制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480009" y="2376407"/>
            <a:ext cx="5025208" cy="563575"/>
          </a:xfrm>
          <a:custGeom>
            <a:avLst/>
            <a:gdLst/>
            <a:ahLst/>
            <a:cxnLst/>
            <a:rect l="l" t="t" r="r" b="b"/>
            <a:pathLst>
              <a:path w="5025208" h="563575">
                <a:moveTo>
                  <a:pt x="75141" y="0"/>
                </a:moveTo>
                <a:lnTo>
                  <a:pt x="4950067" y="0"/>
                </a:lnTo>
                <a:cubicBezTo>
                  <a:pt x="4991566" y="0"/>
                  <a:pt x="5025208" y="33642"/>
                  <a:pt x="5025208" y="75141"/>
                </a:cubicBezTo>
                <a:lnTo>
                  <a:pt x="5025208" y="488433"/>
                </a:lnTo>
                <a:cubicBezTo>
                  <a:pt x="5025208" y="529933"/>
                  <a:pt x="4991566" y="563575"/>
                  <a:pt x="4950067" y="563575"/>
                </a:cubicBezTo>
                <a:lnTo>
                  <a:pt x="75141" y="563575"/>
                </a:lnTo>
                <a:cubicBezTo>
                  <a:pt x="33670" y="563575"/>
                  <a:pt x="0" y="529905"/>
                  <a:pt x="0" y="488433"/>
                </a:cubicBezTo>
                <a:lnTo>
                  <a:pt x="0" y="75141"/>
                </a:lnTo>
                <a:cubicBezTo>
                  <a:pt x="0" y="33642"/>
                  <a:pt x="33642" y="0"/>
                  <a:pt x="7514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11509" y="2583051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40894"/>
                </a:moveTo>
                <a:cubicBezTo>
                  <a:pt x="116648" y="140894"/>
                  <a:pt x="150287" y="109339"/>
                  <a:pt x="150287" y="70447"/>
                </a:cubicBezTo>
                <a:cubicBezTo>
                  <a:pt x="150287" y="31554"/>
                  <a:pt x="116648" y="0"/>
                  <a:pt x="75143" y="0"/>
                </a:cubicBezTo>
                <a:cubicBezTo>
                  <a:pt x="33638" y="0"/>
                  <a:pt x="0" y="31554"/>
                  <a:pt x="0" y="70447"/>
                </a:cubicBezTo>
                <a:cubicBezTo>
                  <a:pt x="0" y="86385"/>
                  <a:pt x="5636" y="101062"/>
                  <a:pt x="15146" y="112862"/>
                </a:cubicBezTo>
                <a:lnTo>
                  <a:pt x="822" y="139954"/>
                </a:lnTo>
                <a:cubicBezTo>
                  <a:pt x="-587" y="142596"/>
                  <a:pt x="-147" y="145825"/>
                  <a:pt x="1879" y="148026"/>
                </a:cubicBezTo>
                <a:cubicBezTo>
                  <a:pt x="3904" y="150228"/>
                  <a:pt x="7103" y="150903"/>
                  <a:pt x="9833" y="149729"/>
                </a:cubicBezTo>
                <a:lnTo>
                  <a:pt x="44587" y="134847"/>
                </a:lnTo>
                <a:cubicBezTo>
                  <a:pt x="53921" y="138722"/>
                  <a:pt x="64253" y="140894"/>
                  <a:pt x="75143" y="140894"/>
                </a:cubicBezTo>
                <a:close/>
                <a:moveTo>
                  <a:pt x="37572" y="61054"/>
                </a:moveTo>
                <a:cubicBezTo>
                  <a:pt x="42756" y="61054"/>
                  <a:pt x="46965" y="65263"/>
                  <a:pt x="46965" y="70447"/>
                </a:cubicBezTo>
                <a:cubicBezTo>
                  <a:pt x="46965" y="75631"/>
                  <a:pt x="42756" y="79840"/>
                  <a:pt x="37572" y="79840"/>
                </a:cubicBezTo>
                <a:cubicBezTo>
                  <a:pt x="32388" y="79840"/>
                  <a:pt x="28179" y="75631"/>
                  <a:pt x="28179" y="70447"/>
                </a:cubicBezTo>
                <a:cubicBezTo>
                  <a:pt x="28179" y="65263"/>
                  <a:pt x="32388" y="61054"/>
                  <a:pt x="37572" y="61054"/>
                </a:cubicBezTo>
                <a:close/>
                <a:moveTo>
                  <a:pt x="75143" y="61054"/>
                </a:moveTo>
                <a:cubicBezTo>
                  <a:pt x="80327" y="61054"/>
                  <a:pt x="84536" y="65263"/>
                  <a:pt x="84536" y="70447"/>
                </a:cubicBezTo>
                <a:cubicBezTo>
                  <a:pt x="84536" y="75631"/>
                  <a:pt x="80327" y="79840"/>
                  <a:pt x="75143" y="79840"/>
                </a:cubicBezTo>
                <a:cubicBezTo>
                  <a:pt x="69959" y="79840"/>
                  <a:pt x="65750" y="75631"/>
                  <a:pt x="65750" y="70447"/>
                </a:cubicBezTo>
                <a:cubicBezTo>
                  <a:pt x="65750" y="65263"/>
                  <a:pt x="69959" y="61054"/>
                  <a:pt x="75143" y="61054"/>
                </a:cubicBezTo>
                <a:close/>
                <a:moveTo>
                  <a:pt x="103322" y="70447"/>
                </a:moveTo>
                <a:cubicBezTo>
                  <a:pt x="103322" y="65263"/>
                  <a:pt x="107531" y="61054"/>
                  <a:pt x="112715" y="61054"/>
                </a:cubicBezTo>
                <a:cubicBezTo>
                  <a:pt x="117899" y="61054"/>
                  <a:pt x="122108" y="65263"/>
                  <a:pt x="122108" y="70447"/>
                </a:cubicBezTo>
                <a:cubicBezTo>
                  <a:pt x="122108" y="75631"/>
                  <a:pt x="117899" y="79840"/>
                  <a:pt x="112715" y="79840"/>
                </a:cubicBezTo>
                <a:cubicBezTo>
                  <a:pt x="107531" y="79840"/>
                  <a:pt x="103322" y="75631"/>
                  <a:pt x="103322" y="704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49"/>
          <p:cNvSpPr/>
          <p:nvPr/>
        </p:nvSpPr>
        <p:spPr>
          <a:xfrm>
            <a:off x="6893297" y="2489122"/>
            <a:ext cx="45649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"大臂到90度"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893297" y="2676980"/>
            <a:ext cx="455556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绝对位置设定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480009" y="3015125"/>
            <a:ext cx="5025208" cy="563575"/>
          </a:xfrm>
          <a:custGeom>
            <a:avLst/>
            <a:gdLst/>
            <a:ahLst/>
            <a:cxnLst/>
            <a:rect l="l" t="t" r="r" b="b"/>
            <a:pathLst>
              <a:path w="5025208" h="563575">
                <a:moveTo>
                  <a:pt x="75141" y="0"/>
                </a:moveTo>
                <a:lnTo>
                  <a:pt x="4950067" y="0"/>
                </a:lnTo>
                <a:cubicBezTo>
                  <a:pt x="4991566" y="0"/>
                  <a:pt x="5025208" y="33642"/>
                  <a:pt x="5025208" y="75141"/>
                </a:cubicBezTo>
                <a:lnTo>
                  <a:pt x="5025208" y="488433"/>
                </a:lnTo>
                <a:cubicBezTo>
                  <a:pt x="5025208" y="529933"/>
                  <a:pt x="4991566" y="563575"/>
                  <a:pt x="4950067" y="563575"/>
                </a:cubicBezTo>
                <a:lnTo>
                  <a:pt x="75141" y="563575"/>
                </a:lnTo>
                <a:cubicBezTo>
                  <a:pt x="33670" y="563575"/>
                  <a:pt x="0" y="529905"/>
                  <a:pt x="0" y="488433"/>
                </a:cubicBezTo>
                <a:lnTo>
                  <a:pt x="0" y="75141"/>
                </a:lnTo>
                <a:cubicBezTo>
                  <a:pt x="0" y="33642"/>
                  <a:pt x="33642" y="0"/>
                  <a:pt x="7514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611509" y="3221769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40894"/>
                </a:moveTo>
                <a:cubicBezTo>
                  <a:pt x="116648" y="140894"/>
                  <a:pt x="150287" y="109339"/>
                  <a:pt x="150287" y="70447"/>
                </a:cubicBezTo>
                <a:cubicBezTo>
                  <a:pt x="150287" y="31554"/>
                  <a:pt x="116648" y="0"/>
                  <a:pt x="75143" y="0"/>
                </a:cubicBezTo>
                <a:cubicBezTo>
                  <a:pt x="33638" y="0"/>
                  <a:pt x="0" y="31554"/>
                  <a:pt x="0" y="70447"/>
                </a:cubicBezTo>
                <a:cubicBezTo>
                  <a:pt x="0" y="86385"/>
                  <a:pt x="5636" y="101062"/>
                  <a:pt x="15146" y="112862"/>
                </a:cubicBezTo>
                <a:lnTo>
                  <a:pt x="822" y="139954"/>
                </a:lnTo>
                <a:cubicBezTo>
                  <a:pt x="-587" y="142596"/>
                  <a:pt x="-147" y="145825"/>
                  <a:pt x="1879" y="148026"/>
                </a:cubicBezTo>
                <a:cubicBezTo>
                  <a:pt x="3904" y="150228"/>
                  <a:pt x="7103" y="150903"/>
                  <a:pt x="9833" y="149729"/>
                </a:cubicBezTo>
                <a:lnTo>
                  <a:pt x="44587" y="134847"/>
                </a:lnTo>
                <a:cubicBezTo>
                  <a:pt x="53921" y="138722"/>
                  <a:pt x="64253" y="140894"/>
                  <a:pt x="75143" y="140894"/>
                </a:cubicBezTo>
                <a:close/>
                <a:moveTo>
                  <a:pt x="37572" y="61054"/>
                </a:moveTo>
                <a:cubicBezTo>
                  <a:pt x="42756" y="61054"/>
                  <a:pt x="46965" y="65263"/>
                  <a:pt x="46965" y="70447"/>
                </a:cubicBezTo>
                <a:cubicBezTo>
                  <a:pt x="46965" y="75631"/>
                  <a:pt x="42756" y="79840"/>
                  <a:pt x="37572" y="79840"/>
                </a:cubicBezTo>
                <a:cubicBezTo>
                  <a:pt x="32388" y="79840"/>
                  <a:pt x="28179" y="75631"/>
                  <a:pt x="28179" y="70447"/>
                </a:cubicBezTo>
                <a:cubicBezTo>
                  <a:pt x="28179" y="65263"/>
                  <a:pt x="32388" y="61054"/>
                  <a:pt x="37572" y="61054"/>
                </a:cubicBezTo>
                <a:close/>
                <a:moveTo>
                  <a:pt x="75143" y="61054"/>
                </a:moveTo>
                <a:cubicBezTo>
                  <a:pt x="80327" y="61054"/>
                  <a:pt x="84536" y="65263"/>
                  <a:pt x="84536" y="70447"/>
                </a:cubicBezTo>
                <a:cubicBezTo>
                  <a:pt x="84536" y="75631"/>
                  <a:pt x="80327" y="79840"/>
                  <a:pt x="75143" y="79840"/>
                </a:cubicBezTo>
                <a:cubicBezTo>
                  <a:pt x="69959" y="79840"/>
                  <a:pt x="65750" y="75631"/>
                  <a:pt x="65750" y="70447"/>
                </a:cubicBezTo>
                <a:cubicBezTo>
                  <a:pt x="65750" y="65263"/>
                  <a:pt x="69959" y="61054"/>
                  <a:pt x="75143" y="61054"/>
                </a:cubicBezTo>
                <a:close/>
                <a:moveTo>
                  <a:pt x="103322" y="70447"/>
                </a:moveTo>
                <a:cubicBezTo>
                  <a:pt x="103322" y="65263"/>
                  <a:pt x="107531" y="61054"/>
                  <a:pt x="112715" y="61054"/>
                </a:cubicBezTo>
                <a:cubicBezTo>
                  <a:pt x="117899" y="61054"/>
                  <a:pt x="122108" y="65263"/>
                  <a:pt x="122108" y="70447"/>
                </a:cubicBezTo>
                <a:cubicBezTo>
                  <a:pt x="122108" y="75631"/>
                  <a:pt x="117899" y="79840"/>
                  <a:pt x="112715" y="79840"/>
                </a:cubicBezTo>
                <a:cubicBezTo>
                  <a:pt x="107531" y="79840"/>
                  <a:pt x="103322" y="75631"/>
                  <a:pt x="103322" y="704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6" name="Text 53"/>
          <p:cNvSpPr/>
          <p:nvPr/>
        </p:nvSpPr>
        <p:spPr>
          <a:xfrm>
            <a:off x="6893297" y="3127840"/>
            <a:ext cx="45649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"所有舵机归位"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893297" y="3315698"/>
            <a:ext cx="455556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一键复位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480009" y="3653843"/>
            <a:ext cx="5025208" cy="563575"/>
          </a:xfrm>
          <a:custGeom>
            <a:avLst/>
            <a:gdLst/>
            <a:ahLst/>
            <a:cxnLst/>
            <a:rect l="l" t="t" r="r" b="b"/>
            <a:pathLst>
              <a:path w="5025208" h="563575">
                <a:moveTo>
                  <a:pt x="75141" y="0"/>
                </a:moveTo>
                <a:lnTo>
                  <a:pt x="4950067" y="0"/>
                </a:lnTo>
                <a:cubicBezTo>
                  <a:pt x="4991566" y="0"/>
                  <a:pt x="5025208" y="33642"/>
                  <a:pt x="5025208" y="75141"/>
                </a:cubicBezTo>
                <a:lnTo>
                  <a:pt x="5025208" y="488433"/>
                </a:lnTo>
                <a:cubicBezTo>
                  <a:pt x="5025208" y="529933"/>
                  <a:pt x="4991566" y="563575"/>
                  <a:pt x="4950067" y="563575"/>
                </a:cubicBezTo>
                <a:lnTo>
                  <a:pt x="75141" y="563575"/>
                </a:lnTo>
                <a:cubicBezTo>
                  <a:pt x="33670" y="563575"/>
                  <a:pt x="0" y="529905"/>
                  <a:pt x="0" y="488433"/>
                </a:cubicBezTo>
                <a:lnTo>
                  <a:pt x="0" y="75141"/>
                </a:lnTo>
                <a:cubicBezTo>
                  <a:pt x="0" y="33642"/>
                  <a:pt x="33642" y="0"/>
                  <a:pt x="7514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611509" y="3860487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75143" y="150287"/>
                </a:moveTo>
                <a:cubicBezTo>
                  <a:pt x="116616" y="150287"/>
                  <a:pt x="150287" y="116616"/>
                  <a:pt x="150287" y="75143"/>
                </a:cubicBezTo>
                <a:cubicBezTo>
                  <a:pt x="150287" y="33671"/>
                  <a:pt x="116616" y="0"/>
                  <a:pt x="75143" y="0"/>
                </a:cubicBezTo>
                <a:cubicBezTo>
                  <a:pt x="33671" y="0"/>
                  <a:pt x="0" y="33671"/>
                  <a:pt x="0" y="75143"/>
                </a:cubicBezTo>
                <a:cubicBezTo>
                  <a:pt x="0" y="116616"/>
                  <a:pt x="33671" y="150287"/>
                  <a:pt x="75143" y="150287"/>
                </a:cubicBezTo>
                <a:close/>
                <a:moveTo>
                  <a:pt x="65750" y="56357"/>
                </a:moveTo>
                <a:lnTo>
                  <a:pt x="65750" y="93929"/>
                </a:lnTo>
                <a:cubicBezTo>
                  <a:pt x="65750" y="99125"/>
                  <a:pt x="61553" y="103322"/>
                  <a:pt x="56357" y="103322"/>
                </a:cubicBezTo>
                <a:cubicBezTo>
                  <a:pt x="51162" y="103322"/>
                  <a:pt x="46965" y="99125"/>
                  <a:pt x="46965" y="93929"/>
                </a:cubicBezTo>
                <a:lnTo>
                  <a:pt x="46965" y="56357"/>
                </a:lnTo>
                <a:cubicBezTo>
                  <a:pt x="46965" y="51162"/>
                  <a:pt x="51162" y="46965"/>
                  <a:pt x="56357" y="46965"/>
                </a:cubicBezTo>
                <a:cubicBezTo>
                  <a:pt x="61553" y="46965"/>
                  <a:pt x="65750" y="51162"/>
                  <a:pt x="65750" y="56357"/>
                </a:cubicBezTo>
                <a:close/>
                <a:moveTo>
                  <a:pt x="103322" y="56357"/>
                </a:moveTo>
                <a:lnTo>
                  <a:pt x="103322" y="93929"/>
                </a:lnTo>
                <a:cubicBezTo>
                  <a:pt x="103322" y="99125"/>
                  <a:pt x="99125" y="103322"/>
                  <a:pt x="93929" y="103322"/>
                </a:cubicBezTo>
                <a:cubicBezTo>
                  <a:pt x="88734" y="103322"/>
                  <a:pt x="84536" y="99125"/>
                  <a:pt x="84536" y="93929"/>
                </a:cubicBezTo>
                <a:lnTo>
                  <a:pt x="84536" y="56357"/>
                </a:lnTo>
                <a:cubicBezTo>
                  <a:pt x="84536" y="51162"/>
                  <a:pt x="88734" y="46965"/>
                  <a:pt x="93929" y="46965"/>
                </a:cubicBezTo>
                <a:cubicBezTo>
                  <a:pt x="99125" y="46965"/>
                  <a:pt x="103322" y="51162"/>
                  <a:pt x="103322" y="5635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0" name="Text 57"/>
          <p:cNvSpPr/>
          <p:nvPr/>
        </p:nvSpPr>
        <p:spPr>
          <a:xfrm>
            <a:off x="6893297" y="3766558"/>
            <a:ext cx="45649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"暂停" / "恢复"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893297" y="3954416"/>
            <a:ext cx="455556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运动控制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334419" y="4485116"/>
            <a:ext cx="5316388" cy="422681"/>
          </a:xfrm>
          <a:custGeom>
            <a:avLst/>
            <a:gdLst/>
            <a:ahLst/>
            <a:cxnLst/>
            <a:rect l="l" t="t" r="r" b="b"/>
            <a:pathLst>
              <a:path w="5316388" h="422681">
                <a:moveTo>
                  <a:pt x="112716" y="0"/>
                </a:moveTo>
                <a:lnTo>
                  <a:pt x="5203672" y="0"/>
                </a:lnTo>
                <a:cubicBezTo>
                  <a:pt x="5265923" y="0"/>
                  <a:pt x="5316388" y="50465"/>
                  <a:pt x="5316388" y="112716"/>
                </a:cubicBezTo>
                <a:lnTo>
                  <a:pt x="5316388" y="309965"/>
                </a:lnTo>
                <a:cubicBezTo>
                  <a:pt x="5316388" y="372216"/>
                  <a:pt x="5265923" y="422681"/>
                  <a:pt x="5203672" y="422681"/>
                </a:cubicBezTo>
                <a:lnTo>
                  <a:pt x="112716" y="422681"/>
                </a:lnTo>
                <a:cubicBezTo>
                  <a:pt x="50465" y="422681"/>
                  <a:pt x="0" y="372216"/>
                  <a:pt x="0" y="309965"/>
                </a:cubicBezTo>
                <a:lnTo>
                  <a:pt x="0" y="112716"/>
                </a:lnTo>
                <a:cubicBezTo>
                  <a:pt x="0" y="50465"/>
                  <a:pt x="50465" y="0"/>
                  <a:pt x="112716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461223" y="4621313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46965" y="0"/>
                </a:moveTo>
                <a:cubicBezTo>
                  <a:pt x="52160" y="0"/>
                  <a:pt x="56357" y="4197"/>
                  <a:pt x="56357" y="9393"/>
                </a:cubicBezTo>
                <a:lnTo>
                  <a:pt x="56357" y="18786"/>
                </a:lnTo>
                <a:lnTo>
                  <a:pt x="93929" y="18786"/>
                </a:lnTo>
                <a:cubicBezTo>
                  <a:pt x="99125" y="18786"/>
                  <a:pt x="103322" y="22983"/>
                  <a:pt x="103322" y="28179"/>
                </a:cubicBezTo>
                <a:cubicBezTo>
                  <a:pt x="103322" y="33374"/>
                  <a:pt x="99125" y="37572"/>
                  <a:pt x="93929" y="37572"/>
                </a:cubicBezTo>
                <a:lnTo>
                  <a:pt x="91111" y="37572"/>
                </a:lnTo>
                <a:lnTo>
                  <a:pt x="88646" y="44352"/>
                </a:lnTo>
                <a:cubicBezTo>
                  <a:pt x="83832" y="57620"/>
                  <a:pt x="76582" y="69742"/>
                  <a:pt x="67453" y="80163"/>
                </a:cubicBezTo>
                <a:cubicBezTo>
                  <a:pt x="71621" y="82746"/>
                  <a:pt x="75965" y="85035"/>
                  <a:pt x="80486" y="87061"/>
                </a:cubicBezTo>
                <a:lnTo>
                  <a:pt x="95279" y="93636"/>
                </a:lnTo>
                <a:lnTo>
                  <a:pt x="113537" y="52542"/>
                </a:lnTo>
                <a:cubicBezTo>
                  <a:pt x="115034" y="49137"/>
                  <a:pt x="118409" y="46965"/>
                  <a:pt x="122108" y="46965"/>
                </a:cubicBezTo>
                <a:cubicBezTo>
                  <a:pt x="125806" y="46965"/>
                  <a:pt x="129182" y="49137"/>
                  <a:pt x="130679" y="52542"/>
                </a:cubicBezTo>
                <a:lnTo>
                  <a:pt x="168251" y="137078"/>
                </a:lnTo>
                <a:cubicBezTo>
                  <a:pt x="170364" y="141833"/>
                  <a:pt x="168221" y="147381"/>
                  <a:pt x="163495" y="149465"/>
                </a:cubicBezTo>
                <a:cubicBezTo>
                  <a:pt x="158770" y="151549"/>
                  <a:pt x="153193" y="149435"/>
                  <a:pt x="151108" y="144710"/>
                </a:cubicBezTo>
                <a:lnTo>
                  <a:pt x="145238" y="131501"/>
                </a:lnTo>
                <a:lnTo>
                  <a:pt x="99007" y="131501"/>
                </a:lnTo>
                <a:lnTo>
                  <a:pt x="93137" y="144710"/>
                </a:lnTo>
                <a:cubicBezTo>
                  <a:pt x="91023" y="149465"/>
                  <a:pt x="85476" y="151578"/>
                  <a:pt x="80750" y="149465"/>
                </a:cubicBezTo>
                <a:cubicBezTo>
                  <a:pt x="76024" y="147351"/>
                  <a:pt x="73881" y="141804"/>
                  <a:pt x="75995" y="137078"/>
                </a:cubicBezTo>
                <a:lnTo>
                  <a:pt x="87677" y="110807"/>
                </a:lnTo>
                <a:lnTo>
                  <a:pt x="72883" y="104232"/>
                </a:lnTo>
                <a:cubicBezTo>
                  <a:pt x="66132" y="101238"/>
                  <a:pt x="59674" y="97657"/>
                  <a:pt x="53569" y="93548"/>
                </a:cubicBezTo>
                <a:cubicBezTo>
                  <a:pt x="47317" y="98596"/>
                  <a:pt x="40478" y="102999"/>
                  <a:pt x="33169" y="106668"/>
                </a:cubicBezTo>
                <a:lnTo>
                  <a:pt x="22983" y="111717"/>
                </a:lnTo>
                <a:cubicBezTo>
                  <a:pt x="18346" y="114036"/>
                  <a:pt x="12710" y="112157"/>
                  <a:pt x="10391" y="107519"/>
                </a:cubicBezTo>
                <a:cubicBezTo>
                  <a:pt x="8072" y="102882"/>
                  <a:pt x="9951" y="97246"/>
                  <a:pt x="14588" y="94927"/>
                </a:cubicBezTo>
                <a:lnTo>
                  <a:pt x="24715" y="89849"/>
                </a:lnTo>
                <a:cubicBezTo>
                  <a:pt x="29500" y="87442"/>
                  <a:pt x="34049" y="84654"/>
                  <a:pt x="38335" y="81542"/>
                </a:cubicBezTo>
                <a:cubicBezTo>
                  <a:pt x="34284" y="77814"/>
                  <a:pt x="30468" y="73793"/>
                  <a:pt x="26917" y="69537"/>
                </a:cubicBezTo>
                <a:lnTo>
                  <a:pt x="23952" y="65956"/>
                </a:lnTo>
                <a:cubicBezTo>
                  <a:pt x="20635" y="61964"/>
                  <a:pt x="21163" y="56035"/>
                  <a:pt x="25155" y="52718"/>
                </a:cubicBezTo>
                <a:cubicBezTo>
                  <a:pt x="29147" y="49401"/>
                  <a:pt x="35077" y="49929"/>
                  <a:pt x="38394" y="53921"/>
                </a:cubicBezTo>
                <a:lnTo>
                  <a:pt x="41388" y="57502"/>
                </a:lnTo>
                <a:cubicBezTo>
                  <a:pt x="44763" y="61582"/>
                  <a:pt x="48462" y="65369"/>
                  <a:pt x="52365" y="68862"/>
                </a:cubicBezTo>
                <a:cubicBezTo>
                  <a:pt x="60438" y="59939"/>
                  <a:pt x="66807" y="49460"/>
                  <a:pt x="71005" y="37924"/>
                </a:cubicBezTo>
                <a:lnTo>
                  <a:pt x="71151" y="37572"/>
                </a:lnTo>
                <a:lnTo>
                  <a:pt x="9422" y="37572"/>
                </a:lnTo>
                <a:cubicBezTo>
                  <a:pt x="4197" y="37572"/>
                  <a:pt x="0" y="33374"/>
                  <a:pt x="0" y="28179"/>
                </a:cubicBezTo>
                <a:cubicBezTo>
                  <a:pt x="0" y="22983"/>
                  <a:pt x="4197" y="18786"/>
                  <a:pt x="9393" y="18786"/>
                </a:cubicBezTo>
                <a:lnTo>
                  <a:pt x="37572" y="18786"/>
                </a:lnTo>
                <a:lnTo>
                  <a:pt x="37572" y="9393"/>
                </a:lnTo>
                <a:cubicBezTo>
                  <a:pt x="37572" y="4197"/>
                  <a:pt x="41769" y="0"/>
                  <a:pt x="46965" y="0"/>
                </a:cubicBezTo>
                <a:close/>
                <a:moveTo>
                  <a:pt x="122108" y="79488"/>
                </a:moveTo>
                <a:lnTo>
                  <a:pt x="107343" y="112715"/>
                </a:lnTo>
                <a:lnTo>
                  <a:pt x="136872" y="112715"/>
                </a:lnTo>
                <a:lnTo>
                  <a:pt x="122108" y="794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Text 61"/>
          <p:cNvSpPr/>
          <p:nvPr/>
        </p:nvSpPr>
        <p:spPr>
          <a:xfrm>
            <a:off x="6714831" y="4602527"/>
            <a:ext cx="88293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Vosk中文模型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0509128" y="4621313"/>
            <a:ext cx="1080185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离线识别 · 隐私保护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174739" y="5189584"/>
            <a:ext cx="5635747" cy="1662545"/>
          </a:xfrm>
          <a:custGeom>
            <a:avLst/>
            <a:gdLst/>
            <a:ahLst/>
            <a:cxnLst/>
            <a:rect l="l" t="t" r="r" b="b"/>
            <a:pathLst>
              <a:path w="5635747" h="1662545">
                <a:moveTo>
                  <a:pt x="112721" y="0"/>
                </a:moveTo>
                <a:lnTo>
                  <a:pt x="5523027" y="0"/>
                </a:lnTo>
                <a:cubicBezTo>
                  <a:pt x="5585281" y="0"/>
                  <a:pt x="5635747" y="50467"/>
                  <a:pt x="5635747" y="112721"/>
                </a:cubicBezTo>
                <a:lnTo>
                  <a:pt x="5635747" y="1549825"/>
                </a:lnTo>
                <a:cubicBezTo>
                  <a:pt x="5635747" y="1612079"/>
                  <a:pt x="5585281" y="1662545"/>
                  <a:pt x="5523027" y="1662545"/>
                </a:cubicBezTo>
                <a:lnTo>
                  <a:pt x="112721" y="1662545"/>
                </a:lnTo>
                <a:cubicBezTo>
                  <a:pt x="50467" y="1662545"/>
                  <a:pt x="0" y="1612079"/>
                  <a:pt x="0" y="1549825"/>
                </a:cubicBezTo>
                <a:lnTo>
                  <a:pt x="0" y="112721"/>
                </a:lnTo>
                <a:cubicBezTo>
                  <a:pt x="0" y="50467"/>
                  <a:pt x="50467" y="0"/>
                  <a:pt x="11272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32070" y="5391532"/>
            <a:ext cx="211341" cy="169072"/>
          </a:xfrm>
          <a:custGeom>
            <a:avLst/>
            <a:gdLst/>
            <a:ahLst/>
            <a:cxnLst/>
            <a:rect l="l" t="t" r="r" b="b"/>
            <a:pathLst>
              <a:path w="211341" h="169072">
                <a:moveTo>
                  <a:pt x="176205" y="10732"/>
                </a:moveTo>
                <a:cubicBezTo>
                  <a:pt x="172804" y="7958"/>
                  <a:pt x="167818" y="8487"/>
                  <a:pt x="165044" y="11888"/>
                </a:cubicBezTo>
                <a:cubicBezTo>
                  <a:pt x="162270" y="15289"/>
                  <a:pt x="162798" y="20275"/>
                  <a:pt x="166200" y="23049"/>
                </a:cubicBezTo>
                <a:cubicBezTo>
                  <a:pt x="184097" y="37579"/>
                  <a:pt x="195490" y="59704"/>
                  <a:pt x="195490" y="84536"/>
                </a:cubicBezTo>
                <a:cubicBezTo>
                  <a:pt x="195490" y="109369"/>
                  <a:pt x="184097" y="131493"/>
                  <a:pt x="166200" y="146056"/>
                </a:cubicBezTo>
                <a:cubicBezTo>
                  <a:pt x="162798" y="148830"/>
                  <a:pt x="162303" y="153816"/>
                  <a:pt x="165044" y="157218"/>
                </a:cubicBezTo>
                <a:cubicBezTo>
                  <a:pt x="167785" y="160619"/>
                  <a:pt x="172804" y="161114"/>
                  <a:pt x="176205" y="158373"/>
                </a:cubicBezTo>
                <a:cubicBezTo>
                  <a:pt x="197636" y="140905"/>
                  <a:pt x="211341" y="114322"/>
                  <a:pt x="211341" y="84536"/>
                </a:cubicBezTo>
                <a:cubicBezTo>
                  <a:pt x="211341" y="54750"/>
                  <a:pt x="197636" y="28135"/>
                  <a:pt x="176205" y="10732"/>
                </a:cubicBezTo>
                <a:close/>
                <a:moveTo>
                  <a:pt x="156227" y="35333"/>
                </a:moveTo>
                <a:cubicBezTo>
                  <a:pt x="152826" y="32560"/>
                  <a:pt x="147839" y="33088"/>
                  <a:pt x="145065" y="36489"/>
                </a:cubicBezTo>
                <a:cubicBezTo>
                  <a:pt x="142292" y="39891"/>
                  <a:pt x="142820" y="44877"/>
                  <a:pt x="146221" y="47651"/>
                </a:cubicBezTo>
                <a:cubicBezTo>
                  <a:pt x="156953" y="56368"/>
                  <a:pt x="163789" y="69643"/>
                  <a:pt x="163789" y="84536"/>
                </a:cubicBezTo>
                <a:cubicBezTo>
                  <a:pt x="163789" y="99429"/>
                  <a:pt x="156953" y="112704"/>
                  <a:pt x="146221" y="121455"/>
                </a:cubicBezTo>
                <a:cubicBezTo>
                  <a:pt x="142820" y="124229"/>
                  <a:pt x="142325" y="129215"/>
                  <a:pt x="145065" y="132616"/>
                </a:cubicBezTo>
                <a:cubicBezTo>
                  <a:pt x="147806" y="136017"/>
                  <a:pt x="152826" y="136513"/>
                  <a:pt x="156227" y="133772"/>
                </a:cubicBezTo>
                <a:cubicBezTo>
                  <a:pt x="170492" y="122148"/>
                  <a:pt x="179639" y="104415"/>
                  <a:pt x="179639" y="84569"/>
                </a:cubicBezTo>
                <a:cubicBezTo>
                  <a:pt x="179639" y="64723"/>
                  <a:pt x="170492" y="46990"/>
                  <a:pt x="156227" y="35367"/>
                </a:cubicBezTo>
                <a:close/>
                <a:moveTo>
                  <a:pt x="136249" y="59935"/>
                </a:moveTo>
                <a:cubicBezTo>
                  <a:pt x="132847" y="57161"/>
                  <a:pt x="127861" y="57689"/>
                  <a:pt x="125087" y="61091"/>
                </a:cubicBezTo>
                <a:cubicBezTo>
                  <a:pt x="122313" y="64492"/>
                  <a:pt x="122842" y="69478"/>
                  <a:pt x="126243" y="72252"/>
                </a:cubicBezTo>
                <a:cubicBezTo>
                  <a:pt x="129809" y="75158"/>
                  <a:pt x="132088" y="79583"/>
                  <a:pt x="132088" y="84536"/>
                </a:cubicBezTo>
                <a:cubicBezTo>
                  <a:pt x="132088" y="89490"/>
                  <a:pt x="129809" y="93914"/>
                  <a:pt x="126243" y="96853"/>
                </a:cubicBezTo>
                <a:cubicBezTo>
                  <a:pt x="122842" y="99627"/>
                  <a:pt x="122346" y="104614"/>
                  <a:pt x="125087" y="108015"/>
                </a:cubicBezTo>
                <a:cubicBezTo>
                  <a:pt x="127828" y="111416"/>
                  <a:pt x="132847" y="111911"/>
                  <a:pt x="136249" y="109171"/>
                </a:cubicBezTo>
                <a:cubicBezTo>
                  <a:pt x="143348" y="103326"/>
                  <a:pt x="147938" y="94476"/>
                  <a:pt x="147938" y="84536"/>
                </a:cubicBezTo>
                <a:cubicBezTo>
                  <a:pt x="147938" y="74597"/>
                  <a:pt x="143348" y="65747"/>
                  <a:pt x="136249" y="59935"/>
                </a:cubicBezTo>
                <a:close/>
                <a:moveTo>
                  <a:pt x="26418" y="116237"/>
                </a:moveTo>
                <a:lnTo>
                  <a:pt x="42268" y="116237"/>
                </a:lnTo>
                <a:lnTo>
                  <a:pt x="86551" y="155599"/>
                </a:lnTo>
                <a:cubicBezTo>
                  <a:pt x="88664" y="157482"/>
                  <a:pt x="91372" y="158505"/>
                  <a:pt x="94179" y="158505"/>
                </a:cubicBezTo>
                <a:cubicBezTo>
                  <a:pt x="100519" y="158505"/>
                  <a:pt x="105670" y="153354"/>
                  <a:pt x="105670" y="147014"/>
                </a:cubicBezTo>
                <a:lnTo>
                  <a:pt x="105670" y="22059"/>
                </a:lnTo>
                <a:cubicBezTo>
                  <a:pt x="105670" y="15718"/>
                  <a:pt x="100519" y="10567"/>
                  <a:pt x="94179" y="10567"/>
                </a:cubicBezTo>
                <a:cubicBezTo>
                  <a:pt x="91372" y="10567"/>
                  <a:pt x="88664" y="11591"/>
                  <a:pt x="86551" y="13473"/>
                </a:cubicBezTo>
                <a:lnTo>
                  <a:pt x="42268" y="52835"/>
                </a:lnTo>
                <a:lnTo>
                  <a:pt x="26418" y="52835"/>
                </a:lnTo>
                <a:cubicBezTo>
                  <a:pt x="17667" y="52835"/>
                  <a:pt x="10567" y="59935"/>
                  <a:pt x="10567" y="68686"/>
                </a:cubicBezTo>
                <a:lnTo>
                  <a:pt x="10567" y="100387"/>
                </a:lnTo>
                <a:cubicBezTo>
                  <a:pt x="10567" y="109138"/>
                  <a:pt x="17667" y="116237"/>
                  <a:pt x="26418" y="11623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8" name="Text 65"/>
          <p:cNvSpPr/>
          <p:nvPr/>
        </p:nvSpPr>
        <p:spPr>
          <a:xfrm>
            <a:off x="6545759" y="5344567"/>
            <a:ext cx="519428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语音反馈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329722" y="5720284"/>
            <a:ext cx="5325781" cy="976863"/>
          </a:xfrm>
          <a:custGeom>
            <a:avLst/>
            <a:gdLst/>
            <a:ahLst/>
            <a:cxnLst/>
            <a:rect l="l" t="t" r="r" b="b"/>
            <a:pathLst>
              <a:path w="5325781" h="976863">
                <a:moveTo>
                  <a:pt x="75140" y="0"/>
                </a:moveTo>
                <a:lnTo>
                  <a:pt x="5250641" y="0"/>
                </a:lnTo>
                <a:cubicBezTo>
                  <a:pt x="5292140" y="0"/>
                  <a:pt x="5325781" y="33641"/>
                  <a:pt x="5325781" y="75140"/>
                </a:cubicBezTo>
                <a:lnTo>
                  <a:pt x="5325781" y="901723"/>
                </a:lnTo>
                <a:cubicBezTo>
                  <a:pt x="5325781" y="943221"/>
                  <a:pt x="5292140" y="976863"/>
                  <a:pt x="5250641" y="976863"/>
                </a:cubicBezTo>
                <a:lnTo>
                  <a:pt x="75140" y="976863"/>
                </a:lnTo>
                <a:cubicBezTo>
                  <a:pt x="33641" y="976863"/>
                  <a:pt x="0" y="943221"/>
                  <a:pt x="0" y="901723"/>
                </a:cubicBezTo>
                <a:lnTo>
                  <a:pt x="0" y="75140"/>
                </a:lnTo>
                <a:cubicBezTo>
                  <a:pt x="0" y="33641"/>
                  <a:pt x="33641" y="0"/>
                  <a:pt x="751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6442437" y="5908142"/>
            <a:ext cx="281787" cy="225430"/>
          </a:xfrm>
          <a:custGeom>
            <a:avLst/>
            <a:gdLst/>
            <a:ahLst/>
            <a:cxnLst/>
            <a:rect l="l" t="t" r="r" b="b"/>
            <a:pathLst>
              <a:path w="281787" h="225430">
                <a:moveTo>
                  <a:pt x="154983" y="0"/>
                </a:moveTo>
                <a:cubicBezTo>
                  <a:pt x="154983" y="-7793"/>
                  <a:pt x="148687" y="-14089"/>
                  <a:pt x="140894" y="-14089"/>
                </a:cubicBezTo>
                <a:cubicBezTo>
                  <a:pt x="133101" y="-14089"/>
                  <a:pt x="126804" y="-7793"/>
                  <a:pt x="126804" y="0"/>
                </a:cubicBezTo>
                <a:lnTo>
                  <a:pt x="126804" y="28179"/>
                </a:lnTo>
                <a:lnTo>
                  <a:pt x="84536" y="28179"/>
                </a:lnTo>
                <a:cubicBezTo>
                  <a:pt x="61201" y="28179"/>
                  <a:pt x="42268" y="47111"/>
                  <a:pt x="42268" y="70447"/>
                </a:cubicBezTo>
                <a:lnTo>
                  <a:pt x="42268" y="169072"/>
                </a:lnTo>
                <a:cubicBezTo>
                  <a:pt x="42268" y="192408"/>
                  <a:pt x="61201" y="211341"/>
                  <a:pt x="84536" y="211341"/>
                </a:cubicBezTo>
                <a:lnTo>
                  <a:pt x="197251" y="211341"/>
                </a:lnTo>
                <a:cubicBezTo>
                  <a:pt x="220587" y="211341"/>
                  <a:pt x="239519" y="192408"/>
                  <a:pt x="239519" y="169072"/>
                </a:cubicBezTo>
                <a:lnTo>
                  <a:pt x="239519" y="70447"/>
                </a:lnTo>
                <a:cubicBezTo>
                  <a:pt x="239519" y="47111"/>
                  <a:pt x="220587" y="28179"/>
                  <a:pt x="197251" y="28179"/>
                </a:cubicBezTo>
                <a:lnTo>
                  <a:pt x="154983" y="28179"/>
                </a:lnTo>
                <a:lnTo>
                  <a:pt x="154983" y="0"/>
                </a:lnTo>
                <a:close/>
                <a:moveTo>
                  <a:pt x="70447" y="162028"/>
                </a:moveTo>
                <a:cubicBezTo>
                  <a:pt x="70447" y="156172"/>
                  <a:pt x="75158" y="151461"/>
                  <a:pt x="81014" y="151461"/>
                </a:cubicBezTo>
                <a:lnTo>
                  <a:pt x="95103" y="151461"/>
                </a:lnTo>
                <a:cubicBezTo>
                  <a:pt x="100959" y="151461"/>
                  <a:pt x="105670" y="156172"/>
                  <a:pt x="105670" y="162028"/>
                </a:cubicBezTo>
                <a:cubicBezTo>
                  <a:pt x="105670" y="167884"/>
                  <a:pt x="100959" y="172595"/>
                  <a:pt x="95103" y="172595"/>
                </a:cubicBezTo>
                <a:lnTo>
                  <a:pt x="81014" y="172595"/>
                </a:lnTo>
                <a:cubicBezTo>
                  <a:pt x="75158" y="172595"/>
                  <a:pt x="70447" y="167884"/>
                  <a:pt x="70447" y="162028"/>
                </a:cubicBezTo>
                <a:close/>
                <a:moveTo>
                  <a:pt x="123282" y="162028"/>
                </a:moveTo>
                <a:cubicBezTo>
                  <a:pt x="123282" y="156172"/>
                  <a:pt x="127993" y="151461"/>
                  <a:pt x="133849" y="151461"/>
                </a:cubicBezTo>
                <a:lnTo>
                  <a:pt x="147938" y="151461"/>
                </a:lnTo>
                <a:cubicBezTo>
                  <a:pt x="153794" y="151461"/>
                  <a:pt x="158505" y="156172"/>
                  <a:pt x="158505" y="162028"/>
                </a:cubicBezTo>
                <a:cubicBezTo>
                  <a:pt x="158505" y="167884"/>
                  <a:pt x="153794" y="172595"/>
                  <a:pt x="147938" y="172595"/>
                </a:cubicBezTo>
                <a:lnTo>
                  <a:pt x="133849" y="172595"/>
                </a:lnTo>
                <a:cubicBezTo>
                  <a:pt x="127993" y="172595"/>
                  <a:pt x="123282" y="167884"/>
                  <a:pt x="123282" y="162028"/>
                </a:cubicBezTo>
                <a:close/>
                <a:moveTo>
                  <a:pt x="176117" y="162028"/>
                </a:moveTo>
                <a:cubicBezTo>
                  <a:pt x="176117" y="156172"/>
                  <a:pt x="180828" y="151461"/>
                  <a:pt x="186684" y="151461"/>
                </a:cubicBezTo>
                <a:lnTo>
                  <a:pt x="200773" y="151461"/>
                </a:lnTo>
                <a:cubicBezTo>
                  <a:pt x="206629" y="151461"/>
                  <a:pt x="211341" y="156172"/>
                  <a:pt x="211341" y="162028"/>
                </a:cubicBezTo>
                <a:cubicBezTo>
                  <a:pt x="211341" y="167884"/>
                  <a:pt x="206629" y="172595"/>
                  <a:pt x="200773" y="172595"/>
                </a:cubicBezTo>
                <a:lnTo>
                  <a:pt x="186684" y="172595"/>
                </a:lnTo>
                <a:cubicBezTo>
                  <a:pt x="180828" y="172595"/>
                  <a:pt x="176117" y="167884"/>
                  <a:pt x="176117" y="162028"/>
                </a:cubicBezTo>
                <a:close/>
                <a:moveTo>
                  <a:pt x="98626" y="77492"/>
                </a:moveTo>
                <a:cubicBezTo>
                  <a:pt x="110290" y="77492"/>
                  <a:pt x="119760" y="86961"/>
                  <a:pt x="119760" y="98626"/>
                </a:cubicBezTo>
                <a:cubicBezTo>
                  <a:pt x="119760" y="110290"/>
                  <a:pt x="110290" y="119760"/>
                  <a:pt x="98626" y="119760"/>
                </a:cubicBezTo>
                <a:cubicBezTo>
                  <a:pt x="86961" y="119760"/>
                  <a:pt x="77492" y="110290"/>
                  <a:pt x="77492" y="98626"/>
                </a:cubicBezTo>
                <a:cubicBezTo>
                  <a:pt x="77492" y="86961"/>
                  <a:pt x="86961" y="77492"/>
                  <a:pt x="98626" y="77492"/>
                </a:cubicBezTo>
                <a:close/>
                <a:moveTo>
                  <a:pt x="162028" y="98626"/>
                </a:moveTo>
                <a:cubicBezTo>
                  <a:pt x="162028" y="86961"/>
                  <a:pt x="171498" y="77492"/>
                  <a:pt x="183162" y="77492"/>
                </a:cubicBezTo>
                <a:cubicBezTo>
                  <a:pt x="194826" y="77492"/>
                  <a:pt x="204296" y="86961"/>
                  <a:pt x="204296" y="98626"/>
                </a:cubicBezTo>
                <a:cubicBezTo>
                  <a:pt x="204296" y="110290"/>
                  <a:pt x="194826" y="119760"/>
                  <a:pt x="183162" y="119760"/>
                </a:cubicBezTo>
                <a:cubicBezTo>
                  <a:pt x="171498" y="119760"/>
                  <a:pt x="162028" y="110290"/>
                  <a:pt x="162028" y="98626"/>
                </a:cubicBezTo>
                <a:close/>
                <a:moveTo>
                  <a:pt x="28179" y="98626"/>
                </a:moveTo>
                <a:cubicBezTo>
                  <a:pt x="28179" y="90832"/>
                  <a:pt x="21883" y="84536"/>
                  <a:pt x="14089" y="84536"/>
                </a:cubicBezTo>
                <a:cubicBezTo>
                  <a:pt x="6296" y="84536"/>
                  <a:pt x="0" y="90832"/>
                  <a:pt x="0" y="98626"/>
                </a:cubicBezTo>
                <a:lnTo>
                  <a:pt x="0" y="140894"/>
                </a:lnTo>
                <a:cubicBezTo>
                  <a:pt x="0" y="148687"/>
                  <a:pt x="6296" y="154983"/>
                  <a:pt x="14089" y="154983"/>
                </a:cubicBezTo>
                <a:cubicBezTo>
                  <a:pt x="21883" y="154983"/>
                  <a:pt x="28179" y="148687"/>
                  <a:pt x="28179" y="140894"/>
                </a:cubicBezTo>
                <a:lnTo>
                  <a:pt x="28179" y="98626"/>
                </a:lnTo>
                <a:close/>
                <a:moveTo>
                  <a:pt x="267698" y="84536"/>
                </a:moveTo>
                <a:cubicBezTo>
                  <a:pt x="259905" y="84536"/>
                  <a:pt x="253609" y="90832"/>
                  <a:pt x="253609" y="98626"/>
                </a:cubicBezTo>
                <a:lnTo>
                  <a:pt x="253609" y="140894"/>
                </a:lnTo>
                <a:cubicBezTo>
                  <a:pt x="253609" y="148687"/>
                  <a:pt x="259905" y="154983"/>
                  <a:pt x="267698" y="154983"/>
                </a:cubicBezTo>
                <a:cubicBezTo>
                  <a:pt x="275491" y="154983"/>
                  <a:pt x="281787" y="148687"/>
                  <a:pt x="281787" y="140894"/>
                </a:cubicBezTo>
                <a:lnTo>
                  <a:pt x="281787" y="98626"/>
                </a:lnTo>
                <a:cubicBezTo>
                  <a:pt x="281787" y="90832"/>
                  <a:pt x="275491" y="84536"/>
                  <a:pt x="267698" y="845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1" name="Text 68"/>
          <p:cNvSpPr/>
          <p:nvPr/>
        </p:nvSpPr>
        <p:spPr>
          <a:xfrm>
            <a:off x="6836939" y="5832998"/>
            <a:ext cx="477159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pyttsx3引擎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836939" y="6058428"/>
            <a:ext cx="4762206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实时播报执行状态，增强人机交互体验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6442437" y="6283858"/>
            <a:ext cx="5100351" cy="300573"/>
          </a:xfrm>
          <a:custGeom>
            <a:avLst/>
            <a:gdLst/>
            <a:ahLst/>
            <a:cxnLst/>
            <a:rect l="l" t="t" r="r" b="b"/>
            <a:pathLst>
              <a:path w="5100351" h="300573">
                <a:moveTo>
                  <a:pt x="75143" y="0"/>
                </a:moveTo>
                <a:lnTo>
                  <a:pt x="5025208" y="0"/>
                </a:lnTo>
                <a:cubicBezTo>
                  <a:pt x="5066709" y="0"/>
                  <a:pt x="5100351" y="33643"/>
                  <a:pt x="5100351" y="75143"/>
                </a:cubicBezTo>
                <a:lnTo>
                  <a:pt x="5100351" y="225430"/>
                </a:lnTo>
                <a:cubicBezTo>
                  <a:pt x="5100351" y="266930"/>
                  <a:pt x="5066709" y="300573"/>
                  <a:pt x="5025208" y="300573"/>
                </a:cubicBezTo>
                <a:lnTo>
                  <a:pt x="75143" y="300573"/>
                </a:lnTo>
                <a:cubicBezTo>
                  <a:pt x="33643" y="300573"/>
                  <a:pt x="0" y="266930"/>
                  <a:pt x="0" y="225430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4" name="Text 71"/>
          <p:cNvSpPr/>
          <p:nvPr/>
        </p:nvSpPr>
        <p:spPr>
          <a:xfrm>
            <a:off x="6517580" y="6359002"/>
            <a:ext cx="500642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"收到，底座已左转30度"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42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200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用数据说话——性能评估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995363"/>
            <a:ext cx="5629275" cy="4067175"/>
          </a:xfrm>
          <a:custGeom>
            <a:avLst/>
            <a:gdLst/>
            <a:ahLst/>
            <a:cxnLst/>
            <a:rect l="l" t="t" r="r" b="b"/>
            <a:pathLst>
              <a:path w="5629275" h="4067175">
                <a:moveTo>
                  <a:pt x="114288" y="0"/>
                </a:moveTo>
                <a:lnTo>
                  <a:pt x="5514987" y="0"/>
                </a:lnTo>
                <a:cubicBezTo>
                  <a:pt x="5578107" y="0"/>
                  <a:pt x="5629275" y="51168"/>
                  <a:pt x="5629275" y="114288"/>
                </a:cubicBezTo>
                <a:lnTo>
                  <a:pt x="5629275" y="3952887"/>
                </a:lnTo>
                <a:cubicBezTo>
                  <a:pt x="5629275" y="4016007"/>
                  <a:pt x="5578107" y="4067175"/>
                  <a:pt x="5514987" y="4067175"/>
                </a:cubicBezTo>
                <a:lnTo>
                  <a:pt x="114288" y="4067175"/>
                </a:lnTo>
                <a:cubicBezTo>
                  <a:pt x="51168" y="4067175"/>
                  <a:pt x="0" y="4016007"/>
                  <a:pt x="0" y="395288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738" y="1200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1525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AI性能数据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1504950"/>
            <a:ext cx="1704975" cy="857250"/>
          </a:xfrm>
          <a:custGeom>
            <a:avLst/>
            <a:gdLst/>
            <a:ahLst/>
            <a:cxnLst/>
            <a:rect l="l" t="t" r="r" b="b"/>
            <a:pathLst>
              <a:path w="1704975" h="857250">
                <a:moveTo>
                  <a:pt x="114297" y="0"/>
                </a:moveTo>
                <a:lnTo>
                  <a:pt x="1590678" y="0"/>
                </a:lnTo>
                <a:cubicBezTo>
                  <a:pt x="1653760" y="0"/>
                  <a:pt x="1704975" y="51215"/>
                  <a:pt x="1704975" y="114297"/>
                </a:cubicBezTo>
                <a:lnTo>
                  <a:pt x="1704975" y="742953"/>
                </a:lnTo>
                <a:cubicBezTo>
                  <a:pt x="1704975" y="806035"/>
                  <a:pt x="1653760" y="857250"/>
                  <a:pt x="1590678" y="857250"/>
                </a:cubicBezTo>
                <a:lnTo>
                  <a:pt x="114297" y="857250"/>
                </a:lnTo>
                <a:cubicBezTo>
                  <a:pt x="51215" y="857250"/>
                  <a:pt x="0" y="806035"/>
                  <a:pt x="0" y="7429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40000"/>
                </a:srgbClr>
              </a:gs>
              <a:gs pos="100000">
                <a:srgbClr val="5E8B7E">
                  <a:alpha val="20000"/>
                </a:srgbClr>
              </a:gs>
            </a:gsLst>
            <a:lin ang="2700000" scaled="1"/>
          </a:gradFill>
          <a:ln w="25400">
            <a:solidFill>
              <a:srgbClr val="5E8B7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738" y="1590675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95.2%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195262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手部检测准确率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12407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正常光照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49475" y="1504950"/>
            <a:ext cx="1704975" cy="857250"/>
          </a:xfrm>
          <a:custGeom>
            <a:avLst/>
            <a:gdLst/>
            <a:ahLst/>
            <a:cxnLst/>
            <a:rect l="l" t="t" r="r" b="b"/>
            <a:pathLst>
              <a:path w="1704975" h="857250">
                <a:moveTo>
                  <a:pt x="114297" y="0"/>
                </a:moveTo>
                <a:lnTo>
                  <a:pt x="1590678" y="0"/>
                </a:lnTo>
                <a:cubicBezTo>
                  <a:pt x="1653760" y="0"/>
                  <a:pt x="1704975" y="51215"/>
                  <a:pt x="1704975" y="114297"/>
                </a:cubicBezTo>
                <a:lnTo>
                  <a:pt x="1704975" y="742953"/>
                </a:lnTo>
                <a:cubicBezTo>
                  <a:pt x="1704975" y="806035"/>
                  <a:pt x="1653760" y="857250"/>
                  <a:pt x="1590678" y="857250"/>
                </a:cubicBezTo>
                <a:lnTo>
                  <a:pt x="114297" y="857250"/>
                </a:lnTo>
                <a:cubicBezTo>
                  <a:pt x="51215" y="857250"/>
                  <a:pt x="0" y="806035"/>
                  <a:pt x="0" y="7429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40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1"/>
          </a:gradFill>
          <a:ln w="25400">
            <a:solidFill>
              <a:srgbClr val="4A6D8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3763" y="1590675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06625" y="195262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06625" y="212407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fps实时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46500" y="1504950"/>
            <a:ext cx="1704975" cy="857250"/>
          </a:xfrm>
          <a:custGeom>
            <a:avLst/>
            <a:gdLst/>
            <a:ahLst/>
            <a:cxnLst/>
            <a:rect l="l" t="t" r="r" b="b"/>
            <a:pathLst>
              <a:path w="1704975" h="857250">
                <a:moveTo>
                  <a:pt x="114297" y="0"/>
                </a:moveTo>
                <a:lnTo>
                  <a:pt x="1590678" y="0"/>
                </a:lnTo>
                <a:cubicBezTo>
                  <a:pt x="1653760" y="0"/>
                  <a:pt x="1704975" y="51215"/>
                  <a:pt x="1704975" y="114297"/>
                </a:cubicBezTo>
                <a:lnTo>
                  <a:pt x="1704975" y="742953"/>
                </a:lnTo>
                <a:cubicBezTo>
                  <a:pt x="1704975" y="806035"/>
                  <a:pt x="1653760" y="857250"/>
                  <a:pt x="1590678" y="857250"/>
                </a:cubicBezTo>
                <a:lnTo>
                  <a:pt x="114297" y="857250"/>
                </a:lnTo>
                <a:cubicBezTo>
                  <a:pt x="51215" y="857250"/>
                  <a:pt x="0" y="806035"/>
                  <a:pt x="0" y="7429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40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1"/>
          </a:gradFill>
          <a:ln w="25400">
            <a:solidFill>
              <a:srgbClr val="4A6D8C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788" y="1590675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97.3%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3650" y="195262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手势识别准确率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3650" y="212407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6种基本手势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2447925"/>
            <a:ext cx="5314950" cy="2457450"/>
          </a:xfrm>
          <a:custGeom>
            <a:avLst/>
            <a:gdLst/>
            <a:ahLst/>
            <a:cxnLst/>
            <a:rect l="l" t="t" r="r" b="b"/>
            <a:pathLst>
              <a:path w="5314950" h="2457450">
                <a:moveTo>
                  <a:pt x="76206" y="0"/>
                </a:moveTo>
                <a:lnTo>
                  <a:pt x="5238744" y="0"/>
                </a:lnTo>
                <a:cubicBezTo>
                  <a:pt x="5280832" y="0"/>
                  <a:pt x="5314950" y="34118"/>
                  <a:pt x="5314950" y="76206"/>
                </a:cubicBezTo>
                <a:lnTo>
                  <a:pt x="5314950" y="2381244"/>
                </a:lnTo>
                <a:cubicBezTo>
                  <a:pt x="5314950" y="2423332"/>
                  <a:pt x="5280832" y="2457450"/>
                  <a:pt x="5238744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7225" y="25622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光照适应性测试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225" y="2828925"/>
            <a:ext cx="100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正常光照 (300 lux)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19279" y="2828925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95.2%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7225" y="3019425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225" y="3019425"/>
            <a:ext cx="4838700" cy="76200"/>
          </a:xfrm>
          <a:custGeom>
            <a:avLst/>
            <a:gdLst/>
            <a:ahLst/>
            <a:cxnLst/>
            <a:rect l="l" t="t" r="r" b="b"/>
            <a:pathLst>
              <a:path w="4838700" h="76200">
                <a:moveTo>
                  <a:pt x="38100" y="0"/>
                </a:moveTo>
                <a:lnTo>
                  <a:pt x="4800600" y="0"/>
                </a:lnTo>
                <a:cubicBezTo>
                  <a:pt x="4821628" y="0"/>
                  <a:pt x="4838700" y="17072"/>
                  <a:pt x="4838700" y="38100"/>
                </a:cubicBezTo>
                <a:lnTo>
                  <a:pt x="4838700" y="38100"/>
                </a:lnTo>
                <a:cubicBezTo>
                  <a:pt x="4838700" y="59128"/>
                  <a:pt x="4821628" y="76200"/>
                  <a:pt x="4800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/>
              </a:gs>
              <a:gs pos="100000">
                <a:srgbClr val="4A6D8C"/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657225" y="3676650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弱光 (50 lux)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14380" y="367665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82%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7225" y="3867150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7225" y="3867150"/>
            <a:ext cx="4171950" cy="76200"/>
          </a:xfrm>
          <a:custGeom>
            <a:avLst/>
            <a:gdLst/>
            <a:ahLst/>
            <a:cxnLst/>
            <a:rect l="l" t="t" r="r" b="b"/>
            <a:pathLst>
              <a:path w="4171950" h="762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cubicBezTo>
                  <a:pt x="4171950" y="59128"/>
                  <a:pt x="4154878" y="76200"/>
                  <a:pt x="4133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/>
              </a:gs>
              <a:gs pos="100000">
                <a:srgbClr val="8D99AE"/>
              </a:gs>
            </a:gsLst>
            <a:lin ang="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657225" y="452437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直方图均衡化后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7385" y="4524375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7225" y="4714875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7225" y="4714875"/>
            <a:ext cx="4476750" cy="76200"/>
          </a:xfrm>
          <a:custGeom>
            <a:avLst/>
            <a:gdLst/>
            <a:ahLst/>
            <a:cxnLst/>
            <a:rect l="l" t="t" r="r" b="b"/>
            <a:pathLst>
              <a:path w="4476750" h="7620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8100"/>
                </a:lnTo>
                <a:cubicBezTo>
                  <a:pt x="4476750" y="59128"/>
                  <a:pt x="4459678" y="76200"/>
                  <a:pt x="44386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/>
              </a:gs>
              <a:gs pos="100000">
                <a:srgbClr val="4A6D8C"/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385763" y="5186363"/>
            <a:ext cx="5629275" cy="1285875"/>
          </a:xfrm>
          <a:custGeom>
            <a:avLst/>
            <a:gdLst/>
            <a:ahLst/>
            <a:cxnLst/>
            <a:rect l="l" t="t" r="r" b="b"/>
            <a:pathLst>
              <a:path w="5629275" h="12858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171574"/>
                </a:lnTo>
                <a:cubicBezTo>
                  <a:pt x="5629275" y="1234701"/>
                  <a:pt x="5578101" y="1285875"/>
                  <a:pt x="5514974" y="1285875"/>
                </a:cubicBezTo>
                <a:lnTo>
                  <a:pt x="114301" y="1285875"/>
                </a:lnTo>
                <a:cubicBezTo>
                  <a:pt x="51174" y="1285875"/>
                  <a:pt x="0" y="1234701"/>
                  <a:pt x="0" y="11715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8169" y="53911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64294" y="0"/>
                </a:moveTo>
                <a:cubicBezTo>
                  <a:pt x="46546" y="0"/>
                  <a:pt x="32147" y="14399"/>
                  <a:pt x="32147" y="32147"/>
                </a:cubicBezTo>
                <a:lnTo>
                  <a:pt x="32147" y="75009"/>
                </a:lnTo>
                <a:cubicBezTo>
                  <a:pt x="32147" y="92757"/>
                  <a:pt x="46546" y="107156"/>
                  <a:pt x="64294" y="107156"/>
                </a:cubicBezTo>
                <a:cubicBezTo>
                  <a:pt x="82042" y="107156"/>
                  <a:pt x="96441" y="92757"/>
                  <a:pt x="96441" y="75009"/>
                </a:cubicBezTo>
                <a:lnTo>
                  <a:pt x="96441" y="32147"/>
                </a:lnTo>
                <a:cubicBezTo>
                  <a:pt x="96441" y="14399"/>
                  <a:pt x="82042" y="0"/>
                  <a:pt x="64294" y="0"/>
                </a:cubicBezTo>
                <a:close/>
                <a:moveTo>
                  <a:pt x="16073" y="61615"/>
                </a:moveTo>
                <a:cubicBezTo>
                  <a:pt x="16073" y="57161"/>
                  <a:pt x="12490" y="53578"/>
                  <a:pt x="8037" y="53578"/>
                </a:cubicBezTo>
                <a:cubicBezTo>
                  <a:pt x="3583" y="53578"/>
                  <a:pt x="0" y="57161"/>
                  <a:pt x="0" y="61615"/>
                </a:cubicBezTo>
                <a:lnTo>
                  <a:pt x="0" y="75009"/>
                </a:lnTo>
                <a:cubicBezTo>
                  <a:pt x="0" y="107792"/>
                  <a:pt x="24545" y="134849"/>
                  <a:pt x="56257" y="138801"/>
                </a:cubicBezTo>
                <a:lnTo>
                  <a:pt x="56257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88404" y="171450"/>
                </a:lnTo>
                <a:cubicBezTo>
                  <a:pt x="92858" y="171450"/>
                  <a:pt x="96441" y="167867"/>
                  <a:pt x="96441" y="163413"/>
                </a:cubicBezTo>
                <a:cubicBezTo>
                  <a:pt x="96441" y="158960"/>
                  <a:pt x="92858" y="155377"/>
                  <a:pt x="88404" y="155377"/>
                </a:cubicBezTo>
                <a:lnTo>
                  <a:pt x="72330" y="155377"/>
                </a:lnTo>
                <a:lnTo>
                  <a:pt x="72330" y="138801"/>
                </a:lnTo>
                <a:cubicBezTo>
                  <a:pt x="104042" y="134849"/>
                  <a:pt x="128588" y="107792"/>
                  <a:pt x="128588" y="75009"/>
                </a:cubicBezTo>
                <a:lnTo>
                  <a:pt x="128588" y="61615"/>
                </a:lnTo>
                <a:cubicBezTo>
                  <a:pt x="128588" y="57161"/>
                  <a:pt x="125004" y="53578"/>
                  <a:pt x="120551" y="53578"/>
                </a:cubicBezTo>
                <a:cubicBezTo>
                  <a:pt x="116097" y="53578"/>
                  <a:pt x="112514" y="57161"/>
                  <a:pt x="112514" y="61615"/>
                </a:cubicBezTo>
                <a:lnTo>
                  <a:pt x="112514" y="75009"/>
                </a:lnTo>
                <a:cubicBezTo>
                  <a:pt x="112514" y="101631"/>
                  <a:pt x="90915" y="123230"/>
                  <a:pt x="64294" y="123230"/>
                </a:cubicBezTo>
                <a:cubicBezTo>
                  <a:pt x="37672" y="123230"/>
                  <a:pt x="16073" y="101631"/>
                  <a:pt x="16073" y="75009"/>
                </a:cubicBezTo>
                <a:lnTo>
                  <a:pt x="16073" y="6161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53435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语音识别性能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2925" y="5686425"/>
            <a:ext cx="2600325" cy="628650"/>
          </a:xfrm>
          <a:custGeom>
            <a:avLst/>
            <a:gdLst/>
            <a:ahLst/>
            <a:cxnLst/>
            <a:rect l="l" t="t" r="r" b="b"/>
            <a:pathLst>
              <a:path w="2600325" h="628650">
                <a:moveTo>
                  <a:pt x="76199" y="0"/>
                </a:moveTo>
                <a:lnTo>
                  <a:pt x="2524126" y="0"/>
                </a:lnTo>
                <a:cubicBezTo>
                  <a:pt x="2566210" y="0"/>
                  <a:pt x="2600325" y="34115"/>
                  <a:pt x="2600325" y="76199"/>
                </a:cubicBezTo>
                <a:lnTo>
                  <a:pt x="2600325" y="552451"/>
                </a:lnTo>
                <a:cubicBezTo>
                  <a:pt x="2600325" y="594535"/>
                  <a:pt x="2566210" y="628650"/>
                  <a:pt x="2524126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61975" y="5762625"/>
            <a:ext cx="2562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0550" y="6086475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指令识别准确率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57550" y="5686425"/>
            <a:ext cx="2600325" cy="628650"/>
          </a:xfrm>
          <a:custGeom>
            <a:avLst/>
            <a:gdLst/>
            <a:ahLst/>
            <a:cxnLst/>
            <a:rect l="l" t="t" r="r" b="b"/>
            <a:pathLst>
              <a:path w="2600325" h="628650">
                <a:moveTo>
                  <a:pt x="76199" y="0"/>
                </a:moveTo>
                <a:lnTo>
                  <a:pt x="2524126" y="0"/>
                </a:lnTo>
                <a:cubicBezTo>
                  <a:pt x="2566210" y="0"/>
                  <a:pt x="2600325" y="34115"/>
                  <a:pt x="2600325" y="76199"/>
                </a:cubicBezTo>
                <a:lnTo>
                  <a:pt x="2600325" y="552451"/>
                </a:lnTo>
                <a:cubicBezTo>
                  <a:pt x="2600325" y="594535"/>
                  <a:pt x="2566210" y="628650"/>
                  <a:pt x="2524126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276600" y="5762625"/>
            <a:ext cx="2562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05175" y="6086475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响应延迟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6963" y="995363"/>
            <a:ext cx="5629275" cy="4343400"/>
          </a:xfrm>
          <a:custGeom>
            <a:avLst/>
            <a:gdLst/>
            <a:ahLst/>
            <a:cxnLst/>
            <a:rect l="l" t="t" r="r" b="b"/>
            <a:pathLst>
              <a:path w="5629275" h="4343400">
                <a:moveTo>
                  <a:pt x="114318" y="0"/>
                </a:moveTo>
                <a:lnTo>
                  <a:pt x="5514957" y="0"/>
                </a:lnTo>
                <a:cubicBezTo>
                  <a:pt x="5578093" y="0"/>
                  <a:pt x="5629275" y="51182"/>
                  <a:pt x="5629275" y="114318"/>
                </a:cubicBezTo>
                <a:lnTo>
                  <a:pt x="5629275" y="4229082"/>
                </a:lnTo>
                <a:cubicBezTo>
                  <a:pt x="5629275" y="4292218"/>
                  <a:pt x="5578093" y="4343400"/>
                  <a:pt x="5514957" y="4343400"/>
                </a:cubicBezTo>
                <a:lnTo>
                  <a:pt x="114318" y="4343400"/>
                </a:lnTo>
                <a:cubicBezTo>
                  <a:pt x="51182" y="4343400"/>
                  <a:pt x="0" y="4292218"/>
                  <a:pt x="0" y="422908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7938" y="1200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6553200" y="11525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系统性能数据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3650" y="1504950"/>
            <a:ext cx="5295900" cy="1047750"/>
          </a:xfrm>
          <a:custGeom>
            <a:avLst/>
            <a:gdLst/>
            <a:ahLst/>
            <a:cxnLst/>
            <a:rect l="l" t="t" r="r" b="b"/>
            <a:pathLst>
              <a:path w="5295900" h="1047750">
                <a:moveTo>
                  <a:pt x="114299" y="0"/>
                </a:moveTo>
                <a:lnTo>
                  <a:pt x="5181601" y="0"/>
                </a:lnTo>
                <a:cubicBezTo>
                  <a:pt x="5244727" y="0"/>
                  <a:pt x="5295900" y="51173"/>
                  <a:pt x="5295900" y="114299"/>
                </a:cubicBezTo>
                <a:lnTo>
                  <a:pt x="5295900" y="933451"/>
                </a:lnTo>
                <a:cubicBezTo>
                  <a:pt x="5295900" y="996577"/>
                  <a:pt x="5244727" y="1047750"/>
                  <a:pt x="51816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40000"/>
                </a:srgbClr>
              </a:gs>
              <a:gs pos="100000">
                <a:srgbClr val="5E8B7E">
                  <a:alpha val="20000"/>
                </a:srgbClr>
              </a:gs>
            </a:gsLst>
            <a:lin ang="2700000" scaled="1"/>
          </a:gradFill>
          <a:ln w="25400">
            <a:solidFill>
              <a:srgbClr val="5E8B7E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1750" y="1628775"/>
            <a:ext cx="5219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85ms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34138" y="204787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端到端延迟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38900" y="2276475"/>
            <a:ext cx="510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优于目标200ms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4125" y="2638425"/>
            <a:ext cx="5314950" cy="1724025"/>
          </a:xfrm>
          <a:custGeom>
            <a:avLst/>
            <a:gdLst/>
            <a:ahLst/>
            <a:cxnLst/>
            <a:rect l="l" t="t" r="r" b="b"/>
            <a:pathLst>
              <a:path w="5314950" h="1724025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1647823"/>
                </a:lnTo>
                <a:cubicBezTo>
                  <a:pt x="5314950" y="1689908"/>
                  <a:pt x="5280833" y="1724025"/>
                  <a:pt x="5238748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48425" y="3059906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延迟构成分析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48425" y="3355181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4" name="Text 52"/>
          <p:cNvSpPr/>
          <p:nvPr/>
        </p:nvSpPr>
        <p:spPr>
          <a:xfrm>
            <a:off x="6619875" y="3326606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摄像头采集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45900" y="3326606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33ms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48425" y="3583781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7" name="Text 55"/>
          <p:cNvSpPr/>
          <p:nvPr/>
        </p:nvSpPr>
        <p:spPr>
          <a:xfrm>
            <a:off x="6619875" y="3555206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AI推理处理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44858" y="3555206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48425" y="3812381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0" name="Text 58"/>
          <p:cNvSpPr/>
          <p:nvPr/>
        </p:nvSpPr>
        <p:spPr>
          <a:xfrm>
            <a:off x="6619875" y="3783806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串口+舵机响应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49099" y="3783806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24ms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34125" y="4433888"/>
            <a:ext cx="2619375" cy="742950"/>
          </a:xfrm>
          <a:custGeom>
            <a:avLst/>
            <a:gdLst/>
            <a:ahLst/>
            <a:cxnLst/>
            <a:rect l="l" t="t" r="r" b="b"/>
            <a:pathLst>
              <a:path w="2619375" h="742950">
                <a:moveTo>
                  <a:pt x="76197" y="0"/>
                </a:moveTo>
                <a:lnTo>
                  <a:pt x="2543178" y="0"/>
                </a:lnTo>
                <a:cubicBezTo>
                  <a:pt x="2585260" y="0"/>
                  <a:pt x="2619375" y="34115"/>
                  <a:pt x="2619375" y="76197"/>
                </a:cubicBezTo>
                <a:lnTo>
                  <a:pt x="2619375" y="666753"/>
                </a:lnTo>
                <a:cubicBezTo>
                  <a:pt x="2619375" y="708835"/>
                  <a:pt x="2585260" y="742950"/>
                  <a:pt x="2543178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362700" y="4510088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0.5%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81750" y="4795838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掉帧率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1750" y="4948238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30分钟连续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29700" y="4433888"/>
            <a:ext cx="2619375" cy="742950"/>
          </a:xfrm>
          <a:custGeom>
            <a:avLst/>
            <a:gdLst/>
            <a:ahLst/>
            <a:cxnLst/>
            <a:rect l="l" t="t" r="r" b="b"/>
            <a:pathLst>
              <a:path w="2619375" h="742950">
                <a:moveTo>
                  <a:pt x="76197" y="0"/>
                </a:moveTo>
                <a:lnTo>
                  <a:pt x="2543178" y="0"/>
                </a:lnTo>
                <a:cubicBezTo>
                  <a:pt x="2585260" y="0"/>
                  <a:pt x="2619375" y="34115"/>
                  <a:pt x="2619375" y="76197"/>
                </a:cubicBezTo>
                <a:lnTo>
                  <a:pt x="2619375" y="666753"/>
                </a:lnTo>
                <a:cubicBezTo>
                  <a:pt x="2619375" y="708835"/>
                  <a:pt x="2585260" y="742950"/>
                  <a:pt x="2543178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058275" y="4510088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≤3次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077325" y="4795838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误触发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077325" y="4948238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30分钟测试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76963" y="5457825"/>
            <a:ext cx="5629275" cy="1019175"/>
          </a:xfrm>
          <a:custGeom>
            <a:avLst/>
            <a:gdLst/>
            <a:ahLst/>
            <a:cxnLst/>
            <a:rect l="l" t="t" r="r" b="b"/>
            <a:pathLst>
              <a:path w="5629275" h="1019175">
                <a:moveTo>
                  <a:pt x="114300" y="0"/>
                </a:moveTo>
                <a:lnTo>
                  <a:pt x="5514975" y="0"/>
                </a:lnTo>
                <a:cubicBezTo>
                  <a:pt x="5578101" y="0"/>
                  <a:pt x="5629275" y="51174"/>
                  <a:pt x="5629275" y="114300"/>
                </a:cubicBezTo>
                <a:lnTo>
                  <a:pt x="5629275" y="904875"/>
                </a:lnTo>
                <a:cubicBezTo>
                  <a:pt x="5629275" y="968001"/>
                  <a:pt x="5578101" y="1019175"/>
                  <a:pt x="5514975" y="1019175"/>
                </a:cubicBezTo>
                <a:lnTo>
                  <a:pt x="114300" y="1019175"/>
                </a:lnTo>
                <a:cubicBezTo>
                  <a:pt x="51174" y="1019175"/>
                  <a:pt x="0" y="968001"/>
                  <a:pt x="0" y="9048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62700" y="58507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2" name="Text 70"/>
          <p:cNvSpPr/>
          <p:nvPr/>
        </p:nvSpPr>
        <p:spPr>
          <a:xfrm>
            <a:off x="6734175" y="5614988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测试结论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734175" y="5881688"/>
            <a:ext cx="4981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系统在多种条件下表现稳定，满足实时流畅操作需求，所有核心指标均达到或超越预期目标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7441" y="542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234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INNOVATION &amp; VALUE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2428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我们的创新与价值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071563"/>
            <a:ext cx="5629275" cy="3695700"/>
          </a:xfrm>
          <a:custGeom>
            <a:avLst/>
            <a:gdLst/>
            <a:ahLst/>
            <a:cxnLst/>
            <a:rect l="l" t="t" r="r" b="b"/>
            <a:pathLst>
              <a:path w="5629275" h="3695700">
                <a:moveTo>
                  <a:pt x="114308" y="0"/>
                </a:moveTo>
                <a:lnTo>
                  <a:pt x="5514967" y="0"/>
                </a:lnTo>
                <a:cubicBezTo>
                  <a:pt x="5578098" y="0"/>
                  <a:pt x="5629275" y="51177"/>
                  <a:pt x="5629275" y="114308"/>
                </a:cubicBezTo>
                <a:lnTo>
                  <a:pt x="5629275" y="3581392"/>
                </a:lnTo>
                <a:cubicBezTo>
                  <a:pt x="5629275" y="3644523"/>
                  <a:pt x="5578098" y="3695700"/>
                  <a:pt x="5514967" y="3695700"/>
                </a:cubicBezTo>
                <a:lnTo>
                  <a:pt x="114308" y="3695700"/>
                </a:lnTo>
                <a:cubicBezTo>
                  <a:pt x="51177" y="3695700"/>
                  <a:pt x="0" y="3644523"/>
                  <a:pt x="0" y="35813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50" y="12668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81050" y="12287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1609725"/>
            <a:ext cx="5295900" cy="952500"/>
          </a:xfrm>
          <a:custGeom>
            <a:avLst/>
            <a:gdLst/>
            <a:ahLst/>
            <a:cxnLst/>
            <a:rect l="l" t="t" r="r" b="b"/>
            <a:pathLst>
              <a:path w="5295900" h="9525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876300"/>
                </a:lnTo>
                <a:cubicBezTo>
                  <a:pt x="5295900" y="918356"/>
                  <a:pt x="5261756" y="952500"/>
                  <a:pt x="52197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975" y="1609725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Shape 9"/>
          <p:cNvSpPr/>
          <p:nvPr/>
        </p:nvSpPr>
        <p:spPr>
          <a:xfrm>
            <a:off x="695325" y="1724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9625" y="1838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1190625" y="1724025"/>
            <a:ext cx="461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自适应卡尔曼滤波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0625" y="1952625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根据手部运动速度动态调整滤波参数，平衡平滑性与响应速度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90625" y="2214563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90625" y="221456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动态参数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76425" y="2214563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876425" y="221456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抖动抑制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75" y="2633663"/>
            <a:ext cx="5295900" cy="952500"/>
          </a:xfrm>
          <a:custGeom>
            <a:avLst/>
            <a:gdLst/>
            <a:ahLst/>
            <a:cxnLst/>
            <a:rect l="l" t="t" r="r" b="b"/>
            <a:pathLst>
              <a:path w="5295900" h="9525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876300"/>
                </a:lnTo>
                <a:cubicBezTo>
                  <a:pt x="5295900" y="918356"/>
                  <a:pt x="5261756" y="952500"/>
                  <a:pt x="52197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61975" y="263366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5325" y="27479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9150" y="28622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1190625" y="2747963"/>
            <a:ext cx="461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置信度加权控制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0625" y="2976563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低置信度时沿用前一帧状态，提升低光照场景鲁棒性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90625" y="323850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190499"/>
                </a:lnTo>
                <a:cubicBezTo>
                  <a:pt x="552450" y="211542"/>
                  <a:pt x="535392" y="228600"/>
                  <a:pt x="514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90625" y="3238500"/>
            <a:ext cx="609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阈值0.8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20763" y="32385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0763" y="323850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状态保持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1975" y="3657600"/>
            <a:ext cx="5295900" cy="952500"/>
          </a:xfrm>
          <a:custGeom>
            <a:avLst/>
            <a:gdLst/>
            <a:ahLst/>
            <a:cxnLst/>
            <a:rect l="l" t="t" r="r" b="b"/>
            <a:pathLst>
              <a:path w="5295900" h="9525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876300"/>
                </a:lnTo>
                <a:cubicBezTo>
                  <a:pt x="5295900" y="918356"/>
                  <a:pt x="5261756" y="952500"/>
                  <a:pt x="52197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61975" y="36576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Shape 29"/>
          <p:cNvSpPr/>
          <p:nvPr/>
        </p:nvSpPr>
        <p:spPr>
          <a:xfrm>
            <a:off x="695325" y="3771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9625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9525"/>
                </a:moveTo>
                <a:cubicBezTo>
                  <a:pt x="85725" y="4256"/>
                  <a:pt x="81469" y="0"/>
                  <a:pt x="76200" y="0"/>
                </a:cubicBezTo>
                <a:cubicBezTo>
                  <a:pt x="70931" y="0"/>
                  <a:pt x="66675" y="4256"/>
                  <a:pt x="66675" y="9525"/>
                </a:cubicBezTo>
                <a:lnTo>
                  <a:pt x="66675" y="71438"/>
                </a:lnTo>
                <a:cubicBezTo>
                  <a:pt x="66675" y="74057"/>
                  <a:pt x="64532" y="76200"/>
                  <a:pt x="61912" y="76200"/>
                </a:cubicBezTo>
                <a:cubicBezTo>
                  <a:pt x="59293" y="76200"/>
                  <a:pt x="57150" y="74057"/>
                  <a:pt x="57150" y="71438"/>
                </a:cubicBezTo>
                <a:lnTo>
                  <a:pt x="57150" y="19050"/>
                </a:lnTo>
                <a:cubicBezTo>
                  <a:pt x="57150" y="13781"/>
                  <a:pt x="52894" y="9525"/>
                  <a:pt x="47625" y="9525"/>
                </a:cubicBezTo>
                <a:cubicBezTo>
                  <a:pt x="42356" y="9525"/>
                  <a:pt x="38100" y="13781"/>
                  <a:pt x="38100" y="19050"/>
                </a:cubicBezTo>
                <a:lnTo>
                  <a:pt x="38100" y="100013"/>
                </a:lnTo>
                <a:cubicBezTo>
                  <a:pt x="38100" y="100459"/>
                  <a:pt x="38100" y="100935"/>
                  <a:pt x="38130" y="101382"/>
                </a:cubicBezTo>
                <a:lnTo>
                  <a:pt x="20122" y="84237"/>
                </a:lnTo>
                <a:cubicBezTo>
                  <a:pt x="15359" y="79712"/>
                  <a:pt x="7828" y="79891"/>
                  <a:pt x="3274" y="84653"/>
                </a:cubicBezTo>
                <a:cubicBezTo>
                  <a:pt x="-1280" y="89416"/>
                  <a:pt x="-1072" y="96947"/>
                  <a:pt x="3691" y="101501"/>
                </a:cubicBezTo>
                <a:lnTo>
                  <a:pt x="37148" y="133350"/>
                </a:lnTo>
                <a:cubicBezTo>
                  <a:pt x="49976" y="145584"/>
                  <a:pt x="67032" y="152400"/>
                  <a:pt x="84773" y="152400"/>
                </a:cubicBezTo>
                <a:lnTo>
                  <a:pt x="90488" y="152400"/>
                </a:lnTo>
                <a:cubicBezTo>
                  <a:pt x="119420" y="152400"/>
                  <a:pt x="142875" y="128945"/>
                  <a:pt x="142875" y="100013"/>
                </a:cubicBezTo>
                <a:lnTo>
                  <a:pt x="142875" y="38100"/>
                </a:lnTo>
                <a:cubicBezTo>
                  <a:pt x="142875" y="32831"/>
                  <a:pt x="138619" y="28575"/>
                  <a:pt x="133350" y="28575"/>
                </a:cubicBezTo>
                <a:cubicBezTo>
                  <a:pt x="128081" y="28575"/>
                  <a:pt x="123825" y="32831"/>
                  <a:pt x="123825" y="38100"/>
                </a:cubicBezTo>
                <a:lnTo>
                  <a:pt x="123825" y="71438"/>
                </a:lnTo>
                <a:cubicBezTo>
                  <a:pt x="123825" y="74057"/>
                  <a:pt x="121682" y="76200"/>
                  <a:pt x="119062" y="76200"/>
                </a:cubicBezTo>
                <a:cubicBezTo>
                  <a:pt x="116443" y="76200"/>
                  <a:pt x="114300" y="74057"/>
                  <a:pt x="114300" y="71438"/>
                </a:cubicBezTo>
                <a:lnTo>
                  <a:pt x="114300" y="19050"/>
                </a:lnTo>
                <a:cubicBezTo>
                  <a:pt x="114300" y="13781"/>
                  <a:pt x="110044" y="9525"/>
                  <a:pt x="104775" y="9525"/>
                </a:cubicBezTo>
                <a:cubicBezTo>
                  <a:pt x="99506" y="9525"/>
                  <a:pt x="95250" y="13781"/>
                  <a:pt x="95250" y="19050"/>
                </a:cubicBezTo>
                <a:lnTo>
                  <a:pt x="95250" y="71438"/>
                </a:lnTo>
                <a:cubicBezTo>
                  <a:pt x="95250" y="74057"/>
                  <a:pt x="93107" y="76200"/>
                  <a:pt x="90488" y="76200"/>
                </a:cubicBezTo>
                <a:cubicBezTo>
                  <a:pt x="87868" y="76200"/>
                  <a:pt x="85725" y="74057"/>
                  <a:pt x="85725" y="71438"/>
                </a:cubicBezTo>
                <a:lnTo>
                  <a:pt x="85725" y="95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1190625" y="3771900"/>
            <a:ext cx="461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手势语义映射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0625" y="40005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多手指组合状态映射为舵机方向控制，实现离散指令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90625" y="4262438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90625" y="4262438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组合判断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876425" y="4262438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876425" y="4262438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防误触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4886325"/>
            <a:ext cx="5629275" cy="1914525"/>
          </a:xfrm>
          <a:custGeom>
            <a:avLst/>
            <a:gdLst/>
            <a:ahLst/>
            <a:cxnLst/>
            <a:rect l="l" t="t" r="r" b="b"/>
            <a:pathLst>
              <a:path w="5629275" h="1914525">
                <a:moveTo>
                  <a:pt x="114297" y="0"/>
                </a:moveTo>
                <a:lnTo>
                  <a:pt x="5514978" y="0"/>
                </a:lnTo>
                <a:cubicBezTo>
                  <a:pt x="5578060" y="0"/>
                  <a:pt x="5629275" y="51215"/>
                  <a:pt x="5629275" y="114297"/>
                </a:cubicBezTo>
                <a:lnTo>
                  <a:pt x="5629275" y="1800228"/>
                </a:lnTo>
                <a:cubicBezTo>
                  <a:pt x="5629275" y="1863310"/>
                  <a:pt x="5578060" y="1914525"/>
                  <a:pt x="55149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738" y="50911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5043488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应用创新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2925" y="5424488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76275" y="56340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47625"/>
                </a:moveTo>
                <a:lnTo>
                  <a:pt x="152370" y="69235"/>
                </a:lnTo>
                <a:cubicBezTo>
                  <a:pt x="152370" y="82570"/>
                  <a:pt x="147131" y="95161"/>
                  <a:pt x="138113" y="104477"/>
                </a:cubicBezTo>
                <a:cubicBezTo>
                  <a:pt x="138023" y="81558"/>
                  <a:pt x="126176" y="60305"/>
                  <a:pt x="106740" y="48131"/>
                </a:cubicBezTo>
                <a:lnTo>
                  <a:pt x="106174" y="47774"/>
                </a:lnTo>
                <a:cubicBezTo>
                  <a:pt x="106918" y="46673"/>
                  <a:pt x="107007" y="45214"/>
                  <a:pt x="106293" y="43994"/>
                </a:cubicBezTo>
                <a:lnTo>
                  <a:pt x="87838" y="12025"/>
                </a:lnTo>
                <a:cubicBezTo>
                  <a:pt x="85874" y="8602"/>
                  <a:pt x="87035" y="4227"/>
                  <a:pt x="90458" y="2262"/>
                </a:cubicBezTo>
                <a:cubicBezTo>
                  <a:pt x="93881" y="298"/>
                  <a:pt x="98227" y="1488"/>
                  <a:pt x="100191" y="4911"/>
                </a:cubicBezTo>
                <a:lnTo>
                  <a:pt x="120432" y="39975"/>
                </a:lnTo>
                <a:lnTo>
                  <a:pt x="120432" y="39975"/>
                </a:lnTo>
                <a:lnTo>
                  <a:pt x="120432" y="39975"/>
                </a:lnTo>
                <a:lnTo>
                  <a:pt x="133320" y="62299"/>
                </a:lnTo>
                <a:lnTo>
                  <a:pt x="133350" y="47625"/>
                </a:lnTo>
                <a:cubicBezTo>
                  <a:pt x="133350" y="42356"/>
                  <a:pt x="137636" y="38100"/>
                  <a:pt x="142875" y="38100"/>
                </a:cubicBezTo>
                <a:cubicBezTo>
                  <a:pt x="148114" y="38100"/>
                  <a:pt x="152400" y="42386"/>
                  <a:pt x="152400" y="47625"/>
                </a:cubicBezTo>
                <a:close/>
                <a:moveTo>
                  <a:pt x="88821" y="36969"/>
                </a:moveTo>
                <a:cubicBezTo>
                  <a:pt x="84624" y="34350"/>
                  <a:pt x="79950" y="33189"/>
                  <a:pt x="75367" y="33367"/>
                </a:cubicBezTo>
                <a:lnTo>
                  <a:pt x="64502" y="14526"/>
                </a:lnTo>
                <a:cubicBezTo>
                  <a:pt x="62538" y="11103"/>
                  <a:pt x="63698" y="6727"/>
                  <a:pt x="67121" y="4763"/>
                </a:cubicBezTo>
                <a:cubicBezTo>
                  <a:pt x="70545" y="2798"/>
                  <a:pt x="74920" y="3959"/>
                  <a:pt x="76885" y="7382"/>
                </a:cubicBezTo>
                <a:lnTo>
                  <a:pt x="96857" y="41970"/>
                </a:lnTo>
                <a:lnTo>
                  <a:pt x="88821" y="36939"/>
                </a:lnTo>
                <a:close/>
                <a:moveTo>
                  <a:pt x="63073" y="26343"/>
                </a:moveTo>
                <a:lnTo>
                  <a:pt x="67955" y="34796"/>
                </a:lnTo>
                <a:cubicBezTo>
                  <a:pt x="63460" y="36433"/>
                  <a:pt x="59442" y="39439"/>
                  <a:pt x="56555" y="43636"/>
                </a:cubicBezTo>
                <a:lnTo>
                  <a:pt x="50691" y="33457"/>
                </a:lnTo>
                <a:cubicBezTo>
                  <a:pt x="48726" y="30034"/>
                  <a:pt x="49887" y="25658"/>
                  <a:pt x="53310" y="23693"/>
                </a:cubicBezTo>
                <a:cubicBezTo>
                  <a:pt x="56733" y="21729"/>
                  <a:pt x="61109" y="22890"/>
                  <a:pt x="63073" y="26313"/>
                </a:cubicBezTo>
                <a:close/>
                <a:moveTo>
                  <a:pt x="49262" y="45303"/>
                </a:moveTo>
                <a:lnTo>
                  <a:pt x="52983" y="51762"/>
                </a:lnTo>
                <a:cubicBezTo>
                  <a:pt x="52388" y="54322"/>
                  <a:pt x="52239" y="56971"/>
                  <a:pt x="52477" y="59531"/>
                </a:cubicBezTo>
                <a:lnTo>
                  <a:pt x="51197" y="59531"/>
                </a:lnTo>
                <a:lnTo>
                  <a:pt x="51197" y="59531"/>
                </a:lnTo>
                <a:lnTo>
                  <a:pt x="40957" y="59531"/>
                </a:lnTo>
                <a:lnTo>
                  <a:pt x="36880" y="52447"/>
                </a:lnTo>
                <a:cubicBezTo>
                  <a:pt x="34915" y="49024"/>
                  <a:pt x="36076" y="44648"/>
                  <a:pt x="39499" y="42684"/>
                </a:cubicBezTo>
                <a:cubicBezTo>
                  <a:pt x="42922" y="40719"/>
                  <a:pt x="47298" y="41880"/>
                  <a:pt x="49262" y="45303"/>
                </a:cubicBezTo>
                <a:close/>
                <a:moveTo>
                  <a:pt x="68134" y="52090"/>
                </a:moveTo>
                <a:cubicBezTo>
                  <a:pt x="70931" y="47625"/>
                  <a:pt x="76795" y="46286"/>
                  <a:pt x="81260" y="49054"/>
                </a:cubicBezTo>
                <a:lnTo>
                  <a:pt x="99179" y="60246"/>
                </a:lnTo>
                <a:cubicBezTo>
                  <a:pt x="114508" y="69860"/>
                  <a:pt x="123825" y="86678"/>
                  <a:pt x="123825" y="104775"/>
                </a:cubicBezTo>
                <a:lnTo>
                  <a:pt x="123825" y="107156"/>
                </a:lnTo>
                <a:cubicBezTo>
                  <a:pt x="123825" y="132130"/>
                  <a:pt x="103555" y="152400"/>
                  <a:pt x="78581" y="152400"/>
                </a:cubicBezTo>
                <a:lnTo>
                  <a:pt x="26194" y="152400"/>
                </a:lnTo>
                <a:cubicBezTo>
                  <a:pt x="22235" y="152400"/>
                  <a:pt x="19050" y="149215"/>
                  <a:pt x="19050" y="145256"/>
                </a:cubicBezTo>
                <a:cubicBezTo>
                  <a:pt x="19050" y="141297"/>
                  <a:pt x="22235" y="138113"/>
                  <a:pt x="26194" y="138113"/>
                </a:cubicBezTo>
                <a:lnTo>
                  <a:pt x="53578" y="138113"/>
                </a:lnTo>
                <a:cubicBezTo>
                  <a:pt x="55543" y="138113"/>
                  <a:pt x="57150" y="136505"/>
                  <a:pt x="57150" y="134541"/>
                </a:cubicBezTo>
                <a:cubicBezTo>
                  <a:pt x="57150" y="132576"/>
                  <a:pt x="55543" y="130969"/>
                  <a:pt x="53578" y="130969"/>
                </a:cubicBezTo>
                <a:lnTo>
                  <a:pt x="16669" y="130969"/>
                </a:lnTo>
                <a:cubicBezTo>
                  <a:pt x="12710" y="130969"/>
                  <a:pt x="9525" y="127784"/>
                  <a:pt x="9525" y="123825"/>
                </a:cubicBezTo>
                <a:cubicBezTo>
                  <a:pt x="9525" y="119866"/>
                  <a:pt x="12710" y="116681"/>
                  <a:pt x="16669" y="116681"/>
                </a:cubicBezTo>
                <a:lnTo>
                  <a:pt x="53578" y="116681"/>
                </a:lnTo>
                <a:cubicBezTo>
                  <a:pt x="55543" y="116681"/>
                  <a:pt x="57150" y="115074"/>
                  <a:pt x="57150" y="113109"/>
                </a:cubicBezTo>
                <a:cubicBezTo>
                  <a:pt x="57150" y="111145"/>
                  <a:pt x="55543" y="109537"/>
                  <a:pt x="53578" y="109537"/>
                </a:cubicBezTo>
                <a:lnTo>
                  <a:pt x="7144" y="109537"/>
                </a:lnTo>
                <a:cubicBezTo>
                  <a:pt x="3185" y="109537"/>
                  <a:pt x="0" y="106353"/>
                  <a:pt x="0" y="102394"/>
                </a:cubicBezTo>
                <a:cubicBezTo>
                  <a:pt x="0" y="98435"/>
                  <a:pt x="3185" y="95250"/>
                  <a:pt x="7144" y="95250"/>
                </a:cubicBezTo>
                <a:lnTo>
                  <a:pt x="53578" y="95250"/>
                </a:lnTo>
                <a:cubicBezTo>
                  <a:pt x="55543" y="95250"/>
                  <a:pt x="57150" y="93643"/>
                  <a:pt x="57150" y="91678"/>
                </a:cubicBezTo>
                <a:cubicBezTo>
                  <a:pt x="57150" y="89714"/>
                  <a:pt x="55543" y="88106"/>
                  <a:pt x="53578" y="88106"/>
                </a:cubicBezTo>
                <a:lnTo>
                  <a:pt x="16669" y="88106"/>
                </a:lnTo>
                <a:cubicBezTo>
                  <a:pt x="12710" y="88106"/>
                  <a:pt x="9525" y="84921"/>
                  <a:pt x="9525" y="80962"/>
                </a:cubicBezTo>
                <a:cubicBezTo>
                  <a:pt x="9525" y="77004"/>
                  <a:pt x="12710" y="73819"/>
                  <a:pt x="16669" y="73819"/>
                </a:cubicBezTo>
                <a:lnTo>
                  <a:pt x="57150" y="73819"/>
                </a:lnTo>
                <a:lnTo>
                  <a:pt x="57150" y="73819"/>
                </a:lnTo>
                <a:lnTo>
                  <a:pt x="57150" y="73819"/>
                </a:lnTo>
                <a:lnTo>
                  <a:pt x="84892" y="73819"/>
                </a:lnTo>
                <a:lnTo>
                  <a:pt x="71140" y="65216"/>
                </a:lnTo>
                <a:cubicBezTo>
                  <a:pt x="66675" y="62419"/>
                  <a:pt x="65336" y="56555"/>
                  <a:pt x="68104" y="5209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962025" y="5538788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双手协同控制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62025" y="5729288"/>
            <a:ext cx="483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左右手分别控制不同关节，提升控制并行性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2925" y="6072188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6750" y="62817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962025" y="6186488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多模态交互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2025" y="6376988"/>
            <a:ext cx="483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语音+手势双模态，适应不同场景需求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963" y="1071563"/>
            <a:ext cx="5629275" cy="4076700"/>
          </a:xfrm>
          <a:custGeom>
            <a:avLst/>
            <a:gdLst/>
            <a:ahLst/>
            <a:cxnLst/>
            <a:rect l="l" t="t" r="r" b="b"/>
            <a:pathLst>
              <a:path w="5629275" h="4076700">
                <a:moveTo>
                  <a:pt x="114311" y="0"/>
                </a:moveTo>
                <a:lnTo>
                  <a:pt x="5514964" y="0"/>
                </a:lnTo>
                <a:cubicBezTo>
                  <a:pt x="5578096" y="0"/>
                  <a:pt x="5629275" y="51179"/>
                  <a:pt x="5629275" y="114311"/>
                </a:cubicBezTo>
                <a:lnTo>
                  <a:pt x="5629275" y="3962389"/>
                </a:lnTo>
                <a:cubicBezTo>
                  <a:pt x="5629275" y="4025521"/>
                  <a:pt x="5578096" y="4076700"/>
                  <a:pt x="5514964" y="4076700"/>
                </a:cubicBezTo>
                <a:lnTo>
                  <a:pt x="114311" y="4076700"/>
                </a:lnTo>
                <a:cubicBezTo>
                  <a:pt x="51179" y="4076700"/>
                  <a:pt x="0" y="4025521"/>
                  <a:pt x="0" y="3962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7938" y="1266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3421" y="12576"/>
                </a:moveTo>
                <a:cubicBezTo>
                  <a:pt x="45095" y="10306"/>
                  <a:pt x="47774" y="8930"/>
                  <a:pt x="50602" y="8930"/>
                </a:cubicBezTo>
                <a:lnTo>
                  <a:pt x="139898" y="8930"/>
                </a:lnTo>
                <a:cubicBezTo>
                  <a:pt x="142726" y="8930"/>
                  <a:pt x="145405" y="10269"/>
                  <a:pt x="147079" y="12576"/>
                </a:cubicBezTo>
                <a:lnTo>
                  <a:pt x="188751" y="69131"/>
                </a:lnTo>
                <a:cubicBezTo>
                  <a:pt x="191281" y="72554"/>
                  <a:pt x="191021" y="77279"/>
                  <a:pt x="188193" y="80442"/>
                </a:cubicBezTo>
                <a:lnTo>
                  <a:pt x="101873" y="175692"/>
                </a:lnTo>
                <a:cubicBezTo>
                  <a:pt x="100199" y="177552"/>
                  <a:pt x="97780" y="178631"/>
                  <a:pt x="95250" y="178631"/>
                </a:cubicBezTo>
                <a:cubicBezTo>
                  <a:pt x="92720" y="178631"/>
                  <a:pt x="90339" y="177552"/>
                  <a:pt x="88627" y="175692"/>
                </a:cubicBezTo>
                <a:lnTo>
                  <a:pt x="2307" y="80442"/>
                </a:lnTo>
                <a:cubicBezTo>
                  <a:pt x="-558" y="77279"/>
                  <a:pt x="-781" y="72554"/>
                  <a:pt x="1749" y="69131"/>
                </a:cubicBezTo>
                <a:lnTo>
                  <a:pt x="43421" y="12576"/>
                </a:lnTo>
                <a:close/>
                <a:moveTo>
                  <a:pt x="57745" y="27384"/>
                </a:moveTo>
                <a:cubicBezTo>
                  <a:pt x="56517" y="28315"/>
                  <a:pt x="56183" y="29989"/>
                  <a:pt x="56964" y="31291"/>
                </a:cubicBezTo>
                <a:lnTo>
                  <a:pt x="78321" y="66898"/>
                </a:lnTo>
                <a:lnTo>
                  <a:pt x="23552" y="71438"/>
                </a:lnTo>
                <a:cubicBezTo>
                  <a:pt x="22027" y="71549"/>
                  <a:pt x="20836" y="72851"/>
                  <a:pt x="20836" y="74414"/>
                </a:cubicBezTo>
                <a:cubicBezTo>
                  <a:pt x="20836" y="75977"/>
                  <a:pt x="22027" y="77242"/>
                  <a:pt x="23552" y="77391"/>
                </a:cubicBezTo>
                <a:lnTo>
                  <a:pt x="94990" y="83344"/>
                </a:lnTo>
                <a:cubicBezTo>
                  <a:pt x="95138" y="83344"/>
                  <a:pt x="95324" y="83344"/>
                  <a:pt x="95473" y="83344"/>
                </a:cubicBezTo>
                <a:lnTo>
                  <a:pt x="166911" y="77391"/>
                </a:lnTo>
                <a:cubicBezTo>
                  <a:pt x="168436" y="77279"/>
                  <a:pt x="169627" y="75977"/>
                  <a:pt x="169627" y="74414"/>
                </a:cubicBezTo>
                <a:cubicBezTo>
                  <a:pt x="169627" y="72851"/>
                  <a:pt x="168436" y="71586"/>
                  <a:pt x="166911" y="71438"/>
                </a:cubicBezTo>
                <a:lnTo>
                  <a:pt x="112142" y="66861"/>
                </a:lnTo>
                <a:lnTo>
                  <a:pt x="133499" y="31291"/>
                </a:lnTo>
                <a:cubicBezTo>
                  <a:pt x="134280" y="29989"/>
                  <a:pt x="133945" y="28277"/>
                  <a:pt x="132717" y="27384"/>
                </a:cubicBezTo>
                <a:cubicBezTo>
                  <a:pt x="131490" y="26491"/>
                  <a:pt x="129778" y="26640"/>
                  <a:pt x="128736" y="27756"/>
                </a:cubicBezTo>
                <a:lnTo>
                  <a:pt x="95250" y="64071"/>
                </a:lnTo>
                <a:lnTo>
                  <a:pt x="61726" y="27756"/>
                </a:lnTo>
                <a:cubicBezTo>
                  <a:pt x="60685" y="26640"/>
                  <a:pt x="58973" y="26491"/>
                  <a:pt x="57745" y="2738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6572250" y="12287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价值主张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4125" y="1609725"/>
            <a:ext cx="5314950" cy="1362075"/>
          </a:xfrm>
          <a:custGeom>
            <a:avLst/>
            <a:gdLst/>
            <a:ahLst/>
            <a:cxnLst/>
            <a:rect l="l" t="t" r="r" b="b"/>
            <a:pathLst>
              <a:path w="5314950" h="1362075">
                <a:moveTo>
                  <a:pt x="76194" y="0"/>
                </a:moveTo>
                <a:lnTo>
                  <a:pt x="5238756" y="0"/>
                </a:lnTo>
                <a:cubicBezTo>
                  <a:pt x="5280837" y="0"/>
                  <a:pt x="5314950" y="34113"/>
                  <a:pt x="5314950" y="76194"/>
                </a:cubicBezTo>
                <a:lnTo>
                  <a:pt x="5314950" y="1285881"/>
                </a:lnTo>
                <a:cubicBezTo>
                  <a:pt x="5314950" y="1327962"/>
                  <a:pt x="5280837" y="1362075"/>
                  <a:pt x="523875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86525" y="17811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6838950" y="17621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用户价值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07956" y="21240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6705600" y="210502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彻底解放双手，无需穿戴任何设备，操作更自然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07956" y="238601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9" name="Text 57"/>
          <p:cNvSpPr/>
          <p:nvPr/>
        </p:nvSpPr>
        <p:spPr>
          <a:xfrm>
            <a:off x="6705600" y="2366963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解决高危场景下的污染风险，保障操作员安全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507956" y="26479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Text 59"/>
          <p:cNvSpPr/>
          <p:nvPr/>
        </p:nvSpPr>
        <p:spPr>
          <a:xfrm>
            <a:off x="6705600" y="2628900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语音反馈增强交互沉浸感，降低学习成本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34125" y="3043238"/>
            <a:ext cx="5314950" cy="1362075"/>
          </a:xfrm>
          <a:custGeom>
            <a:avLst/>
            <a:gdLst/>
            <a:ahLst/>
            <a:cxnLst/>
            <a:rect l="l" t="t" r="r" b="b"/>
            <a:pathLst>
              <a:path w="5314950" h="1362075">
                <a:moveTo>
                  <a:pt x="76194" y="0"/>
                </a:moveTo>
                <a:lnTo>
                  <a:pt x="5238756" y="0"/>
                </a:lnTo>
                <a:cubicBezTo>
                  <a:pt x="5280837" y="0"/>
                  <a:pt x="5314950" y="34113"/>
                  <a:pt x="5314950" y="76194"/>
                </a:cubicBezTo>
                <a:lnTo>
                  <a:pt x="5314950" y="1285881"/>
                </a:lnTo>
                <a:cubicBezTo>
                  <a:pt x="5314950" y="1327962"/>
                  <a:pt x="5280837" y="1362075"/>
                  <a:pt x="523875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510338" y="3214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Text 62"/>
          <p:cNvSpPr/>
          <p:nvPr/>
        </p:nvSpPr>
        <p:spPr>
          <a:xfrm>
            <a:off x="6838950" y="3195638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社会/经济价值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507956" y="355758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6" name="Text 64"/>
          <p:cNvSpPr/>
          <p:nvPr/>
        </p:nvSpPr>
        <p:spPr>
          <a:xfrm>
            <a:off x="6705600" y="3538538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成本降低</a:t>
            </a:r>
            <a:pPr>
              <a:lnSpc>
                <a:spcPct val="14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，使智能机械臂技术更易普及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507956" y="38195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8" name="Text 66"/>
          <p:cNvSpPr/>
          <p:nvPr/>
        </p:nvSpPr>
        <p:spPr>
          <a:xfrm>
            <a:off x="6705600" y="3800475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适用于中小学科创教育、小型实验室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07956" y="408146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0" name="Text 68"/>
          <p:cNvSpPr/>
          <p:nvPr/>
        </p:nvSpPr>
        <p:spPr>
          <a:xfrm>
            <a:off x="6705600" y="4062412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可推广至远程医疗、核废料处理、助残设备等领域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6963" y="5267325"/>
            <a:ext cx="5629275" cy="1533525"/>
          </a:xfrm>
          <a:custGeom>
            <a:avLst/>
            <a:gdLst/>
            <a:ahLst/>
            <a:cxnLst/>
            <a:rect l="l" t="t" r="r" b="b"/>
            <a:pathLst>
              <a:path w="5629275" h="15335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1419231"/>
                </a:lnTo>
                <a:cubicBezTo>
                  <a:pt x="5629275" y="1482354"/>
                  <a:pt x="5578104" y="1533525"/>
                  <a:pt x="551498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57938" y="54721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3" name="Text 71"/>
          <p:cNvSpPr/>
          <p:nvPr/>
        </p:nvSpPr>
        <p:spPr>
          <a:xfrm>
            <a:off x="6553200" y="5424488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34125" y="5805488"/>
            <a:ext cx="1724025" cy="838200"/>
          </a:xfrm>
          <a:custGeom>
            <a:avLst/>
            <a:gdLst/>
            <a:ahLst/>
            <a:cxnLst/>
            <a:rect l="l" t="t" r="r" b="b"/>
            <a:pathLst>
              <a:path w="1724025" h="838200">
                <a:moveTo>
                  <a:pt x="76201" y="0"/>
                </a:moveTo>
                <a:lnTo>
                  <a:pt x="1647824" y="0"/>
                </a:lnTo>
                <a:cubicBezTo>
                  <a:pt x="1689909" y="0"/>
                  <a:pt x="1724025" y="34116"/>
                  <a:pt x="1724025" y="76201"/>
                </a:cubicBezTo>
                <a:lnTo>
                  <a:pt x="1724025" y="761999"/>
                </a:lnTo>
                <a:cubicBezTo>
                  <a:pt x="1724025" y="804084"/>
                  <a:pt x="1689909" y="838200"/>
                  <a:pt x="16478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111157" y="59197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6" name="Text 74"/>
          <p:cNvSpPr/>
          <p:nvPr/>
        </p:nvSpPr>
        <p:spPr>
          <a:xfrm>
            <a:off x="6419850" y="618648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化学实验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419850" y="637698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无接触操作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131150" y="5805488"/>
            <a:ext cx="1724025" cy="838200"/>
          </a:xfrm>
          <a:custGeom>
            <a:avLst/>
            <a:gdLst/>
            <a:ahLst/>
            <a:cxnLst/>
            <a:rect l="l" t="t" r="r" b="b"/>
            <a:pathLst>
              <a:path w="1724025" h="838200">
                <a:moveTo>
                  <a:pt x="76201" y="0"/>
                </a:moveTo>
                <a:lnTo>
                  <a:pt x="1647824" y="0"/>
                </a:lnTo>
                <a:cubicBezTo>
                  <a:pt x="1689909" y="0"/>
                  <a:pt x="1724025" y="34116"/>
                  <a:pt x="1724025" y="76201"/>
                </a:cubicBezTo>
                <a:lnTo>
                  <a:pt x="1724025" y="761999"/>
                </a:lnTo>
                <a:cubicBezTo>
                  <a:pt x="1724025" y="804084"/>
                  <a:pt x="1689909" y="838200"/>
                  <a:pt x="16478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884369" y="59197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0" name="Text 78"/>
          <p:cNvSpPr/>
          <p:nvPr/>
        </p:nvSpPr>
        <p:spPr>
          <a:xfrm>
            <a:off x="8216875" y="618648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传染病房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216875" y="637698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物理隔离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928175" y="5805488"/>
            <a:ext cx="1724025" cy="838200"/>
          </a:xfrm>
          <a:custGeom>
            <a:avLst/>
            <a:gdLst/>
            <a:ahLst/>
            <a:cxnLst/>
            <a:rect l="l" t="t" r="r" b="b"/>
            <a:pathLst>
              <a:path w="1724025" h="838200">
                <a:moveTo>
                  <a:pt x="76201" y="0"/>
                </a:moveTo>
                <a:lnTo>
                  <a:pt x="1647824" y="0"/>
                </a:lnTo>
                <a:cubicBezTo>
                  <a:pt x="1689909" y="0"/>
                  <a:pt x="1724025" y="34116"/>
                  <a:pt x="1724025" y="76201"/>
                </a:cubicBezTo>
                <a:lnTo>
                  <a:pt x="1724025" y="761999"/>
                </a:lnTo>
                <a:cubicBezTo>
                  <a:pt x="1724025" y="804084"/>
                  <a:pt x="1689909" y="838200"/>
                  <a:pt x="16478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81469" y="59197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4" y="-5953"/>
                </a:moveTo>
                <a:cubicBezTo>
                  <a:pt x="181161" y="-5953"/>
                  <a:pt x="183431" y="-4316"/>
                  <a:pt x="184249" y="-1898"/>
                </a:cubicBezTo>
                <a:lnTo>
                  <a:pt x="189272" y="13134"/>
                </a:lnTo>
                <a:lnTo>
                  <a:pt x="204304" y="18157"/>
                </a:lnTo>
                <a:cubicBezTo>
                  <a:pt x="206722" y="18976"/>
                  <a:pt x="208359" y="21245"/>
                  <a:pt x="208359" y="23812"/>
                </a:cubicBezTo>
                <a:cubicBezTo>
                  <a:pt x="208359" y="26380"/>
                  <a:pt x="206722" y="28649"/>
                  <a:pt x="204304" y="29468"/>
                </a:cubicBezTo>
                <a:lnTo>
                  <a:pt x="189272" y="34491"/>
                </a:lnTo>
                <a:lnTo>
                  <a:pt x="184249" y="49523"/>
                </a:lnTo>
                <a:cubicBezTo>
                  <a:pt x="183431" y="51941"/>
                  <a:pt x="181161" y="53578"/>
                  <a:pt x="178594" y="53578"/>
                </a:cubicBezTo>
                <a:cubicBezTo>
                  <a:pt x="176026" y="53578"/>
                  <a:pt x="173757" y="51941"/>
                  <a:pt x="172938" y="49523"/>
                </a:cubicBezTo>
                <a:lnTo>
                  <a:pt x="167915" y="34491"/>
                </a:lnTo>
                <a:lnTo>
                  <a:pt x="152884" y="29468"/>
                </a:lnTo>
                <a:cubicBezTo>
                  <a:pt x="150465" y="28649"/>
                  <a:pt x="148828" y="26380"/>
                  <a:pt x="148828" y="23812"/>
                </a:cubicBezTo>
                <a:cubicBezTo>
                  <a:pt x="148828" y="21245"/>
                  <a:pt x="150465" y="18976"/>
                  <a:pt x="152884" y="18157"/>
                </a:cubicBezTo>
                <a:lnTo>
                  <a:pt x="167915" y="13134"/>
                </a:lnTo>
                <a:lnTo>
                  <a:pt x="172938" y="-1898"/>
                </a:lnTo>
                <a:cubicBezTo>
                  <a:pt x="173757" y="-4316"/>
                  <a:pt x="176026" y="-5953"/>
                  <a:pt x="178594" y="-5953"/>
                </a:cubicBezTo>
                <a:close/>
                <a:moveTo>
                  <a:pt x="119583" y="36240"/>
                </a:moveTo>
                <a:cubicBezTo>
                  <a:pt x="124234" y="31589"/>
                  <a:pt x="131787" y="31589"/>
                  <a:pt x="136438" y="36240"/>
                </a:cubicBezTo>
                <a:lnTo>
                  <a:pt x="166204" y="66005"/>
                </a:lnTo>
                <a:cubicBezTo>
                  <a:pt x="170855" y="70656"/>
                  <a:pt x="170855" y="78209"/>
                  <a:pt x="166204" y="82860"/>
                </a:cubicBezTo>
                <a:lnTo>
                  <a:pt x="162148" y="86916"/>
                </a:lnTo>
                <a:cubicBezTo>
                  <a:pt x="165088" y="95101"/>
                  <a:pt x="166688" y="103919"/>
                  <a:pt x="166688" y="113147"/>
                </a:cubicBezTo>
                <a:cubicBezTo>
                  <a:pt x="166688" y="155897"/>
                  <a:pt x="132048" y="190537"/>
                  <a:pt x="89297" y="190537"/>
                </a:cubicBezTo>
                <a:cubicBezTo>
                  <a:pt x="46546" y="190537"/>
                  <a:pt x="11906" y="155860"/>
                  <a:pt x="11906" y="113109"/>
                </a:cubicBezTo>
                <a:cubicBezTo>
                  <a:pt x="11906" y="70358"/>
                  <a:pt x="46546" y="35719"/>
                  <a:pt x="89297" y="35719"/>
                </a:cubicBezTo>
                <a:cubicBezTo>
                  <a:pt x="98487" y="35719"/>
                  <a:pt x="107342" y="37319"/>
                  <a:pt x="115528" y="40295"/>
                </a:cubicBezTo>
                <a:lnTo>
                  <a:pt x="119583" y="36240"/>
                </a:lnTo>
                <a:close/>
                <a:moveTo>
                  <a:pt x="53578" y="113109"/>
                </a:moveTo>
                <a:cubicBezTo>
                  <a:pt x="53578" y="93390"/>
                  <a:pt x="69577" y="77391"/>
                  <a:pt x="89297" y="77391"/>
                </a:cubicBezTo>
                <a:cubicBezTo>
                  <a:pt x="94245" y="77391"/>
                  <a:pt x="98227" y="73409"/>
                  <a:pt x="98227" y="68461"/>
                </a:cubicBezTo>
                <a:cubicBezTo>
                  <a:pt x="98227" y="63512"/>
                  <a:pt x="94245" y="59531"/>
                  <a:pt x="89297" y="59531"/>
                </a:cubicBezTo>
                <a:cubicBezTo>
                  <a:pt x="59717" y="59531"/>
                  <a:pt x="35719" y="83530"/>
                  <a:pt x="35719" y="113109"/>
                </a:cubicBezTo>
                <a:cubicBezTo>
                  <a:pt x="35719" y="118058"/>
                  <a:pt x="39700" y="122039"/>
                  <a:pt x="44648" y="122039"/>
                </a:cubicBezTo>
                <a:cubicBezTo>
                  <a:pt x="49597" y="122039"/>
                  <a:pt x="53578" y="118058"/>
                  <a:pt x="53578" y="1131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4" name="Text 82"/>
          <p:cNvSpPr/>
          <p:nvPr/>
        </p:nvSpPr>
        <p:spPr>
          <a:xfrm>
            <a:off x="10013900" y="618648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排爆作业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0013900" y="637698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远程控制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417908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5824" y="517842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0221" y="0"/>
                </a:moveTo>
                <a:cubicBezTo>
                  <a:pt x="15874" y="0"/>
                  <a:pt x="20441" y="4567"/>
                  <a:pt x="20441" y="10221"/>
                </a:cubicBezTo>
                <a:lnTo>
                  <a:pt x="20441" y="15331"/>
                </a:lnTo>
                <a:lnTo>
                  <a:pt x="42479" y="9837"/>
                </a:lnTo>
                <a:cubicBezTo>
                  <a:pt x="54648" y="6803"/>
                  <a:pt x="67488" y="8208"/>
                  <a:pt x="78730" y="13830"/>
                </a:cubicBezTo>
                <a:cubicBezTo>
                  <a:pt x="93518" y="21240"/>
                  <a:pt x="110925" y="21240"/>
                  <a:pt x="125713" y="13830"/>
                </a:cubicBezTo>
                <a:lnTo>
                  <a:pt x="128779" y="12297"/>
                </a:lnTo>
                <a:cubicBezTo>
                  <a:pt x="135359" y="8975"/>
                  <a:pt x="143088" y="13766"/>
                  <a:pt x="143088" y="21112"/>
                </a:cubicBezTo>
                <a:lnTo>
                  <a:pt x="143088" y="110446"/>
                </a:lnTo>
                <a:cubicBezTo>
                  <a:pt x="143088" y="114694"/>
                  <a:pt x="140437" y="118527"/>
                  <a:pt x="136445" y="120028"/>
                </a:cubicBezTo>
                <a:lnTo>
                  <a:pt x="125362" y="124180"/>
                </a:lnTo>
                <a:cubicBezTo>
                  <a:pt x="110606" y="129705"/>
                  <a:pt x="94189" y="128843"/>
                  <a:pt x="80104" y="121816"/>
                </a:cubicBezTo>
                <a:cubicBezTo>
                  <a:pt x="67999" y="115748"/>
                  <a:pt x="54105" y="114247"/>
                  <a:pt x="40978" y="117537"/>
                </a:cubicBezTo>
                <a:lnTo>
                  <a:pt x="20441" y="122647"/>
                </a:lnTo>
                <a:lnTo>
                  <a:pt x="20441" y="153308"/>
                </a:lnTo>
                <a:cubicBezTo>
                  <a:pt x="20441" y="158962"/>
                  <a:pt x="15874" y="163529"/>
                  <a:pt x="10221" y="163529"/>
                </a:cubicBezTo>
                <a:cubicBezTo>
                  <a:pt x="4567" y="163529"/>
                  <a:pt x="0" y="158962"/>
                  <a:pt x="0" y="153308"/>
                </a:cubicBezTo>
                <a:lnTo>
                  <a:pt x="0" y="10221"/>
                </a:lnTo>
                <a:cubicBezTo>
                  <a:pt x="0" y="4567"/>
                  <a:pt x="4567" y="0"/>
                  <a:pt x="10221" y="0"/>
                </a:cubicBezTo>
                <a:close/>
                <a:moveTo>
                  <a:pt x="20441" y="59758"/>
                </a:moveTo>
                <a:lnTo>
                  <a:pt x="40882" y="55319"/>
                </a:lnTo>
                <a:lnTo>
                  <a:pt x="40882" y="76239"/>
                </a:lnTo>
                <a:lnTo>
                  <a:pt x="20441" y="80679"/>
                </a:lnTo>
                <a:lnTo>
                  <a:pt x="20441" y="101599"/>
                </a:lnTo>
                <a:lnTo>
                  <a:pt x="36027" y="97702"/>
                </a:lnTo>
                <a:cubicBezTo>
                  <a:pt x="37656" y="97287"/>
                  <a:pt x="39253" y="96936"/>
                  <a:pt x="40882" y="96648"/>
                </a:cubicBezTo>
                <a:lnTo>
                  <a:pt x="40882" y="76239"/>
                </a:lnTo>
                <a:lnTo>
                  <a:pt x="53307" y="73556"/>
                </a:lnTo>
                <a:cubicBezTo>
                  <a:pt x="55958" y="72981"/>
                  <a:pt x="58640" y="72758"/>
                  <a:pt x="61323" y="72885"/>
                </a:cubicBezTo>
                <a:lnTo>
                  <a:pt x="61323" y="52444"/>
                </a:lnTo>
                <a:cubicBezTo>
                  <a:pt x="65667" y="52572"/>
                  <a:pt x="70011" y="53275"/>
                  <a:pt x="74227" y="54488"/>
                </a:cubicBezTo>
                <a:lnTo>
                  <a:pt x="81765" y="56692"/>
                </a:lnTo>
                <a:lnTo>
                  <a:pt x="81765" y="77996"/>
                </a:lnTo>
                <a:lnTo>
                  <a:pt x="68446" y="74067"/>
                </a:lnTo>
                <a:cubicBezTo>
                  <a:pt x="66114" y="73396"/>
                  <a:pt x="63719" y="72981"/>
                  <a:pt x="61323" y="72853"/>
                </a:cubicBezTo>
                <a:lnTo>
                  <a:pt x="61323" y="95658"/>
                </a:lnTo>
                <a:cubicBezTo>
                  <a:pt x="68286" y="96265"/>
                  <a:pt x="75153" y="97798"/>
                  <a:pt x="81765" y="100257"/>
                </a:cubicBezTo>
                <a:lnTo>
                  <a:pt x="81765" y="77964"/>
                </a:lnTo>
                <a:lnTo>
                  <a:pt x="89015" y="80104"/>
                </a:lnTo>
                <a:cubicBezTo>
                  <a:pt x="93327" y="81381"/>
                  <a:pt x="97734" y="82148"/>
                  <a:pt x="102206" y="82467"/>
                </a:cubicBezTo>
                <a:lnTo>
                  <a:pt x="102206" y="61962"/>
                </a:lnTo>
                <a:cubicBezTo>
                  <a:pt x="99714" y="61707"/>
                  <a:pt x="97223" y="61228"/>
                  <a:pt x="94796" y="60525"/>
                </a:cubicBezTo>
                <a:lnTo>
                  <a:pt x="81765" y="56692"/>
                </a:lnTo>
                <a:lnTo>
                  <a:pt x="81765" y="36890"/>
                </a:lnTo>
                <a:cubicBezTo>
                  <a:pt x="77612" y="35676"/>
                  <a:pt x="73524" y="34079"/>
                  <a:pt x="69564" y="32099"/>
                </a:cubicBezTo>
                <a:cubicBezTo>
                  <a:pt x="66945" y="30789"/>
                  <a:pt x="64166" y="29863"/>
                  <a:pt x="61323" y="29288"/>
                </a:cubicBezTo>
                <a:lnTo>
                  <a:pt x="61323" y="52412"/>
                </a:lnTo>
                <a:cubicBezTo>
                  <a:pt x="57171" y="52285"/>
                  <a:pt x="53019" y="52668"/>
                  <a:pt x="48963" y="53562"/>
                </a:cubicBezTo>
                <a:lnTo>
                  <a:pt x="40882" y="55319"/>
                </a:lnTo>
                <a:lnTo>
                  <a:pt x="40882" y="31300"/>
                </a:lnTo>
                <a:lnTo>
                  <a:pt x="20441" y="36411"/>
                </a:lnTo>
                <a:lnTo>
                  <a:pt x="20441" y="59758"/>
                </a:lnTo>
                <a:close/>
                <a:moveTo>
                  <a:pt x="102206" y="107220"/>
                </a:moveTo>
                <a:cubicBezTo>
                  <a:pt x="107571" y="107699"/>
                  <a:pt x="113033" y="106997"/>
                  <a:pt x="118175" y="105048"/>
                </a:cubicBezTo>
                <a:lnTo>
                  <a:pt x="122647" y="103387"/>
                </a:lnTo>
                <a:lnTo>
                  <a:pt x="122647" y="80487"/>
                </a:lnTo>
                <a:lnTo>
                  <a:pt x="120124" y="81062"/>
                </a:lnTo>
                <a:cubicBezTo>
                  <a:pt x="114247" y="82435"/>
                  <a:pt x="108210" y="82882"/>
                  <a:pt x="102206" y="82499"/>
                </a:cubicBezTo>
                <a:lnTo>
                  <a:pt x="102206" y="107220"/>
                </a:lnTo>
                <a:close/>
                <a:moveTo>
                  <a:pt x="122647" y="59503"/>
                </a:moveTo>
                <a:lnTo>
                  <a:pt x="122647" y="36890"/>
                </a:lnTo>
                <a:cubicBezTo>
                  <a:pt x="115971" y="38838"/>
                  <a:pt x="109105" y="39796"/>
                  <a:pt x="102206" y="39796"/>
                </a:cubicBezTo>
                <a:lnTo>
                  <a:pt x="102206" y="61962"/>
                </a:lnTo>
                <a:cubicBezTo>
                  <a:pt x="106645" y="62409"/>
                  <a:pt x="111149" y="62122"/>
                  <a:pt x="115524" y="61132"/>
                </a:cubicBezTo>
                <a:lnTo>
                  <a:pt x="122647" y="5947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35815" y="363398"/>
            <a:ext cx="305254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b="1" spc="43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5815" y="508757"/>
            <a:ext cx="3134307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回顾与成长——项目总结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7940" y="1022057"/>
            <a:ext cx="5650838" cy="4506134"/>
          </a:xfrm>
          <a:custGeom>
            <a:avLst/>
            <a:gdLst/>
            <a:ahLst/>
            <a:cxnLst/>
            <a:rect l="l" t="t" r="r" b="b"/>
            <a:pathLst>
              <a:path w="5650838" h="4506134">
                <a:moveTo>
                  <a:pt x="109003" y="0"/>
                </a:moveTo>
                <a:lnTo>
                  <a:pt x="5541834" y="0"/>
                </a:lnTo>
                <a:cubicBezTo>
                  <a:pt x="5602035" y="0"/>
                  <a:pt x="5650838" y="48802"/>
                  <a:pt x="5650838" y="109003"/>
                </a:cubicBezTo>
                <a:lnTo>
                  <a:pt x="5650838" y="4397131"/>
                </a:lnTo>
                <a:cubicBezTo>
                  <a:pt x="5650838" y="4457332"/>
                  <a:pt x="5602035" y="4506134"/>
                  <a:pt x="5541834" y="4506134"/>
                </a:cubicBezTo>
                <a:lnTo>
                  <a:pt x="109003" y="4506134"/>
                </a:lnTo>
                <a:cubicBezTo>
                  <a:pt x="48802" y="4506134"/>
                  <a:pt x="0" y="4457332"/>
                  <a:pt x="0" y="4397131"/>
                </a:cubicBezTo>
                <a:lnTo>
                  <a:pt x="0" y="109003"/>
                </a:lnTo>
                <a:cubicBezTo>
                  <a:pt x="0" y="48843"/>
                  <a:pt x="48843" y="0"/>
                  <a:pt x="1090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554" y="1208298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158987" y="90849"/>
                </a:moveTo>
                <a:cubicBezTo>
                  <a:pt x="158987" y="53244"/>
                  <a:pt x="128455" y="22712"/>
                  <a:pt x="90849" y="22712"/>
                </a:cubicBezTo>
                <a:cubicBezTo>
                  <a:pt x="53244" y="22712"/>
                  <a:pt x="22712" y="53244"/>
                  <a:pt x="22712" y="90849"/>
                </a:cubicBezTo>
                <a:cubicBezTo>
                  <a:pt x="22712" y="128455"/>
                  <a:pt x="53244" y="158987"/>
                  <a:pt x="90849" y="158987"/>
                </a:cubicBezTo>
                <a:cubicBezTo>
                  <a:pt x="128455" y="158987"/>
                  <a:pt x="158987" y="128455"/>
                  <a:pt x="158987" y="90849"/>
                </a:cubicBezTo>
                <a:close/>
                <a:moveTo>
                  <a:pt x="0" y="90849"/>
                </a:moveTo>
                <a:cubicBezTo>
                  <a:pt x="0" y="40708"/>
                  <a:pt x="40708" y="0"/>
                  <a:pt x="90849" y="0"/>
                </a:cubicBezTo>
                <a:cubicBezTo>
                  <a:pt x="140991" y="0"/>
                  <a:pt x="181699" y="40708"/>
                  <a:pt x="181699" y="90849"/>
                </a:cubicBezTo>
                <a:cubicBezTo>
                  <a:pt x="181699" y="140991"/>
                  <a:pt x="140991" y="181699"/>
                  <a:pt x="90849" y="181699"/>
                </a:cubicBezTo>
                <a:cubicBezTo>
                  <a:pt x="40708" y="181699"/>
                  <a:pt x="0" y="140991"/>
                  <a:pt x="0" y="90849"/>
                </a:cubicBezTo>
                <a:close/>
                <a:moveTo>
                  <a:pt x="90849" y="119240"/>
                </a:moveTo>
                <a:cubicBezTo>
                  <a:pt x="106519" y="119240"/>
                  <a:pt x="119240" y="106519"/>
                  <a:pt x="119240" y="90849"/>
                </a:cubicBezTo>
                <a:cubicBezTo>
                  <a:pt x="119240" y="75180"/>
                  <a:pt x="106519" y="62459"/>
                  <a:pt x="90849" y="62459"/>
                </a:cubicBezTo>
                <a:cubicBezTo>
                  <a:pt x="75180" y="62459"/>
                  <a:pt x="62459" y="75180"/>
                  <a:pt x="62459" y="90849"/>
                </a:cubicBezTo>
                <a:cubicBezTo>
                  <a:pt x="62459" y="106519"/>
                  <a:pt x="75180" y="119240"/>
                  <a:pt x="90849" y="119240"/>
                </a:cubicBezTo>
                <a:close/>
                <a:moveTo>
                  <a:pt x="90849" y="39747"/>
                </a:moveTo>
                <a:cubicBezTo>
                  <a:pt x="119054" y="39747"/>
                  <a:pt x="141952" y="62645"/>
                  <a:pt x="141952" y="90849"/>
                </a:cubicBezTo>
                <a:cubicBezTo>
                  <a:pt x="141952" y="119054"/>
                  <a:pt x="119054" y="141952"/>
                  <a:pt x="90849" y="141952"/>
                </a:cubicBezTo>
                <a:cubicBezTo>
                  <a:pt x="62645" y="141952"/>
                  <a:pt x="39747" y="119054"/>
                  <a:pt x="39747" y="90849"/>
                </a:cubicBezTo>
                <a:cubicBezTo>
                  <a:pt x="39747" y="62645"/>
                  <a:pt x="62645" y="39747"/>
                  <a:pt x="90849" y="39747"/>
                </a:cubicBezTo>
                <a:close/>
                <a:moveTo>
                  <a:pt x="79493" y="90849"/>
                </a:moveTo>
                <a:cubicBezTo>
                  <a:pt x="79493" y="84582"/>
                  <a:pt x="84582" y="79493"/>
                  <a:pt x="90849" y="79493"/>
                </a:cubicBezTo>
                <a:cubicBezTo>
                  <a:pt x="97117" y="79493"/>
                  <a:pt x="102206" y="84582"/>
                  <a:pt x="102206" y="90849"/>
                </a:cubicBezTo>
                <a:cubicBezTo>
                  <a:pt x="102206" y="97117"/>
                  <a:pt x="97117" y="102206"/>
                  <a:pt x="90849" y="102206"/>
                </a:cubicBezTo>
                <a:cubicBezTo>
                  <a:pt x="84582" y="102206"/>
                  <a:pt x="79493" y="97117"/>
                  <a:pt x="79493" y="9084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44966" y="1171958"/>
            <a:ext cx="521476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目标达成情况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6012" y="1535356"/>
            <a:ext cx="5332864" cy="581437"/>
          </a:xfrm>
          <a:custGeom>
            <a:avLst/>
            <a:gdLst/>
            <a:ahLst/>
            <a:cxnLst/>
            <a:rect l="l" t="t" r="r" b="b"/>
            <a:pathLst>
              <a:path w="5332864" h="581437">
                <a:moveTo>
                  <a:pt x="36340" y="0"/>
                </a:moveTo>
                <a:lnTo>
                  <a:pt x="5260185" y="0"/>
                </a:lnTo>
                <a:cubicBezTo>
                  <a:pt x="5300325" y="0"/>
                  <a:pt x="5332864" y="32540"/>
                  <a:pt x="5332864" y="72680"/>
                </a:cubicBezTo>
                <a:lnTo>
                  <a:pt x="5332864" y="508757"/>
                </a:lnTo>
                <a:cubicBezTo>
                  <a:pt x="5332864" y="548897"/>
                  <a:pt x="5300325" y="581437"/>
                  <a:pt x="5260185" y="581437"/>
                </a:cubicBez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6012" y="1535356"/>
            <a:ext cx="36340" cy="581437"/>
          </a:xfrm>
          <a:custGeom>
            <a:avLst/>
            <a:gdLst/>
            <a:ahLst/>
            <a:cxnLst/>
            <a:rect l="l" t="t" r="r" b="b"/>
            <a:pathLst>
              <a:path w="36340" h="581437">
                <a:moveTo>
                  <a:pt x="36340" y="0"/>
                </a:moveTo>
                <a:lnTo>
                  <a:pt x="36340" y="0"/>
                </a:lnTo>
                <a:lnTo>
                  <a:pt x="36340" y="581437"/>
                </a:ln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Shape 9"/>
          <p:cNvSpPr/>
          <p:nvPr/>
        </p:nvSpPr>
        <p:spPr>
          <a:xfrm>
            <a:off x="663201" y="1644376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5186" y="1726140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2939" y="1644376"/>
            <a:ext cx="47605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无接触控制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2939" y="1862414"/>
            <a:ext cx="47514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完全实现，无需任何传感器接触人体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012" y="2189472"/>
            <a:ext cx="5332864" cy="581437"/>
          </a:xfrm>
          <a:custGeom>
            <a:avLst/>
            <a:gdLst/>
            <a:ahLst/>
            <a:cxnLst/>
            <a:rect l="l" t="t" r="r" b="b"/>
            <a:pathLst>
              <a:path w="5332864" h="581437">
                <a:moveTo>
                  <a:pt x="36340" y="0"/>
                </a:moveTo>
                <a:lnTo>
                  <a:pt x="5260185" y="0"/>
                </a:lnTo>
                <a:cubicBezTo>
                  <a:pt x="5300325" y="0"/>
                  <a:pt x="5332864" y="32540"/>
                  <a:pt x="5332864" y="72680"/>
                </a:cubicBezTo>
                <a:lnTo>
                  <a:pt x="5332864" y="508757"/>
                </a:lnTo>
                <a:cubicBezTo>
                  <a:pt x="5332864" y="548897"/>
                  <a:pt x="5300325" y="581437"/>
                  <a:pt x="5260185" y="581437"/>
                </a:cubicBez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6012" y="2189472"/>
            <a:ext cx="36340" cy="581437"/>
          </a:xfrm>
          <a:custGeom>
            <a:avLst/>
            <a:gdLst/>
            <a:ahLst/>
            <a:cxnLst/>
            <a:rect l="l" t="t" r="r" b="b"/>
            <a:pathLst>
              <a:path w="36340" h="581437">
                <a:moveTo>
                  <a:pt x="36340" y="0"/>
                </a:moveTo>
                <a:lnTo>
                  <a:pt x="36340" y="0"/>
                </a:lnTo>
                <a:lnTo>
                  <a:pt x="36340" y="581437"/>
                </a:ln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3201" y="2298492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5186" y="2380256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2939" y="2298492"/>
            <a:ext cx="47605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实时响应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2939" y="2516531"/>
            <a:ext cx="47514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实测延迟</a:t>
            </a:r>
            <a:pPr>
              <a:lnSpc>
                <a:spcPct val="110000"/>
              </a:lnSpc>
            </a:pPr>
            <a:r>
              <a:rPr lang="en-US" sz="858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85ms</a:t>
            </a:r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，优于目标200ms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6012" y="2843589"/>
            <a:ext cx="5332864" cy="581437"/>
          </a:xfrm>
          <a:custGeom>
            <a:avLst/>
            <a:gdLst/>
            <a:ahLst/>
            <a:cxnLst/>
            <a:rect l="l" t="t" r="r" b="b"/>
            <a:pathLst>
              <a:path w="5332864" h="581437">
                <a:moveTo>
                  <a:pt x="36340" y="0"/>
                </a:moveTo>
                <a:lnTo>
                  <a:pt x="5260185" y="0"/>
                </a:lnTo>
                <a:cubicBezTo>
                  <a:pt x="5300325" y="0"/>
                  <a:pt x="5332864" y="32540"/>
                  <a:pt x="5332864" y="72680"/>
                </a:cubicBezTo>
                <a:lnTo>
                  <a:pt x="5332864" y="508757"/>
                </a:lnTo>
                <a:cubicBezTo>
                  <a:pt x="5332864" y="548897"/>
                  <a:pt x="5300325" y="581437"/>
                  <a:pt x="5260185" y="581437"/>
                </a:cubicBez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36012" y="2843589"/>
            <a:ext cx="36340" cy="581437"/>
          </a:xfrm>
          <a:custGeom>
            <a:avLst/>
            <a:gdLst/>
            <a:ahLst/>
            <a:cxnLst/>
            <a:rect l="l" t="t" r="r" b="b"/>
            <a:pathLst>
              <a:path w="36340" h="581437">
                <a:moveTo>
                  <a:pt x="36340" y="0"/>
                </a:moveTo>
                <a:lnTo>
                  <a:pt x="36340" y="0"/>
                </a:lnTo>
                <a:lnTo>
                  <a:pt x="36340" y="581437"/>
                </a:ln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Shape 21"/>
          <p:cNvSpPr/>
          <p:nvPr/>
        </p:nvSpPr>
        <p:spPr>
          <a:xfrm>
            <a:off x="663201" y="2952608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5186" y="3034373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1062939" y="2952608"/>
            <a:ext cx="47605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多模态交互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2939" y="3170647"/>
            <a:ext cx="47514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成功集成手势与语音控制，加入语音反馈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6012" y="3497705"/>
            <a:ext cx="5332864" cy="581437"/>
          </a:xfrm>
          <a:custGeom>
            <a:avLst/>
            <a:gdLst/>
            <a:ahLst/>
            <a:cxnLst/>
            <a:rect l="l" t="t" r="r" b="b"/>
            <a:pathLst>
              <a:path w="5332864" h="581437">
                <a:moveTo>
                  <a:pt x="36340" y="0"/>
                </a:moveTo>
                <a:lnTo>
                  <a:pt x="5260185" y="0"/>
                </a:lnTo>
                <a:cubicBezTo>
                  <a:pt x="5300325" y="0"/>
                  <a:pt x="5332864" y="32540"/>
                  <a:pt x="5332864" y="72680"/>
                </a:cubicBezTo>
                <a:lnTo>
                  <a:pt x="5332864" y="508757"/>
                </a:lnTo>
                <a:cubicBezTo>
                  <a:pt x="5332864" y="548897"/>
                  <a:pt x="5300325" y="581437"/>
                  <a:pt x="5260185" y="581437"/>
                </a:cubicBez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6012" y="3497705"/>
            <a:ext cx="36340" cy="581437"/>
          </a:xfrm>
          <a:custGeom>
            <a:avLst/>
            <a:gdLst/>
            <a:ahLst/>
            <a:cxnLst/>
            <a:rect l="l" t="t" r="r" b="b"/>
            <a:pathLst>
              <a:path w="36340" h="581437">
                <a:moveTo>
                  <a:pt x="36340" y="0"/>
                </a:moveTo>
                <a:lnTo>
                  <a:pt x="36340" y="0"/>
                </a:lnTo>
                <a:lnTo>
                  <a:pt x="36340" y="581437"/>
                </a:lnTo>
                <a:lnTo>
                  <a:pt x="36340" y="581437"/>
                </a:lnTo>
                <a:cubicBezTo>
                  <a:pt x="16270" y="581437"/>
                  <a:pt x="0" y="565167"/>
                  <a:pt x="0" y="545097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Shape 27"/>
          <p:cNvSpPr/>
          <p:nvPr/>
        </p:nvSpPr>
        <p:spPr>
          <a:xfrm>
            <a:off x="663201" y="3606724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5186" y="3688489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108012" y="17414"/>
                </a:moveTo>
                <a:cubicBezTo>
                  <a:pt x="111564" y="19998"/>
                  <a:pt x="112359" y="24966"/>
                  <a:pt x="109775" y="28518"/>
                </a:cubicBezTo>
                <a:lnTo>
                  <a:pt x="46181" y="115961"/>
                </a:lnTo>
                <a:cubicBezTo>
                  <a:pt x="44814" y="117849"/>
                  <a:pt x="42703" y="119016"/>
                  <a:pt x="40368" y="119215"/>
                </a:cubicBezTo>
                <a:cubicBezTo>
                  <a:pt x="38033" y="119414"/>
                  <a:pt x="35772" y="118544"/>
                  <a:pt x="34132" y="116905"/>
                </a:cubicBezTo>
                <a:lnTo>
                  <a:pt x="2335" y="85108"/>
                </a:lnTo>
                <a:cubicBezTo>
                  <a:pt x="-770" y="82002"/>
                  <a:pt x="-770" y="76959"/>
                  <a:pt x="2335" y="73854"/>
                </a:cubicBezTo>
                <a:cubicBezTo>
                  <a:pt x="5440" y="70749"/>
                  <a:pt x="10483" y="70749"/>
                  <a:pt x="13588" y="73854"/>
                </a:cubicBezTo>
                <a:lnTo>
                  <a:pt x="38803" y="99069"/>
                </a:lnTo>
                <a:lnTo>
                  <a:pt x="96932" y="19153"/>
                </a:lnTo>
                <a:cubicBezTo>
                  <a:pt x="99516" y="15601"/>
                  <a:pt x="104484" y="14806"/>
                  <a:pt x="108036" y="1738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1062939" y="3606724"/>
            <a:ext cx="47605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低成本高鲁棒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2939" y="3824763"/>
            <a:ext cx="475142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硬件成本降低</a:t>
            </a:r>
            <a:pPr>
              <a:lnSpc>
                <a:spcPct val="110000"/>
              </a:lnSpc>
            </a:pPr>
            <a:r>
              <a:rPr lang="en-US" sz="858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，系统稳定性显著提升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7940" y="5641753"/>
            <a:ext cx="5650838" cy="1208298"/>
          </a:xfrm>
          <a:custGeom>
            <a:avLst/>
            <a:gdLst/>
            <a:ahLst/>
            <a:cxnLst/>
            <a:rect l="l" t="t" r="r" b="b"/>
            <a:pathLst>
              <a:path w="5650838" h="1208298">
                <a:moveTo>
                  <a:pt x="109025" y="0"/>
                </a:moveTo>
                <a:lnTo>
                  <a:pt x="5541813" y="0"/>
                </a:lnTo>
                <a:cubicBezTo>
                  <a:pt x="5602026" y="0"/>
                  <a:pt x="5650838" y="48812"/>
                  <a:pt x="5650838" y="109025"/>
                </a:cubicBezTo>
                <a:lnTo>
                  <a:pt x="5650838" y="1099273"/>
                </a:lnTo>
                <a:cubicBezTo>
                  <a:pt x="5650838" y="1159486"/>
                  <a:pt x="5602026" y="1208298"/>
                  <a:pt x="5541813" y="1208298"/>
                </a:cubicBezTo>
                <a:lnTo>
                  <a:pt x="109025" y="1208298"/>
                </a:lnTo>
                <a:cubicBezTo>
                  <a:pt x="48812" y="1208298"/>
                  <a:pt x="0" y="1159486"/>
                  <a:pt x="0" y="1099273"/>
                </a:cubicBezTo>
                <a:lnTo>
                  <a:pt x="0" y="109025"/>
                </a:lnTo>
                <a:cubicBezTo>
                  <a:pt x="0" y="48852"/>
                  <a:pt x="48852" y="0"/>
                  <a:pt x="10902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0554" y="5837079"/>
            <a:ext cx="163529" cy="163529"/>
          </a:xfrm>
          <a:custGeom>
            <a:avLst/>
            <a:gdLst/>
            <a:ahLst/>
            <a:cxnLst/>
            <a:rect l="l" t="t" r="r" b="b"/>
            <a:pathLst>
              <a:path w="163529" h="163529">
                <a:moveTo>
                  <a:pt x="81765" y="163529"/>
                </a:moveTo>
                <a:cubicBezTo>
                  <a:pt x="126892" y="163529"/>
                  <a:pt x="163529" y="126892"/>
                  <a:pt x="163529" y="81765"/>
                </a:cubicBezTo>
                <a:cubicBezTo>
                  <a:pt x="163529" y="36637"/>
                  <a:pt x="126892" y="0"/>
                  <a:pt x="81765" y="0"/>
                </a:cubicBezTo>
                <a:cubicBezTo>
                  <a:pt x="36637" y="0"/>
                  <a:pt x="0" y="36637"/>
                  <a:pt x="0" y="81765"/>
                </a:cubicBezTo>
                <a:cubicBezTo>
                  <a:pt x="0" y="126892"/>
                  <a:pt x="36637" y="163529"/>
                  <a:pt x="81765" y="163529"/>
                </a:cubicBezTo>
                <a:close/>
                <a:moveTo>
                  <a:pt x="74099" y="109871"/>
                </a:moveTo>
                <a:lnTo>
                  <a:pt x="74099" y="89430"/>
                </a:lnTo>
                <a:lnTo>
                  <a:pt x="53658" y="89430"/>
                </a:lnTo>
                <a:cubicBezTo>
                  <a:pt x="49410" y="89430"/>
                  <a:pt x="45993" y="86012"/>
                  <a:pt x="45993" y="81765"/>
                </a:cubicBezTo>
                <a:cubicBezTo>
                  <a:pt x="45993" y="77517"/>
                  <a:pt x="49410" y="74099"/>
                  <a:pt x="53658" y="74099"/>
                </a:cubicBezTo>
                <a:lnTo>
                  <a:pt x="74099" y="74099"/>
                </a:lnTo>
                <a:lnTo>
                  <a:pt x="74099" y="53658"/>
                </a:lnTo>
                <a:cubicBezTo>
                  <a:pt x="74099" y="49410"/>
                  <a:pt x="77517" y="45993"/>
                  <a:pt x="81765" y="45993"/>
                </a:cubicBezTo>
                <a:cubicBezTo>
                  <a:pt x="86012" y="45993"/>
                  <a:pt x="89430" y="49410"/>
                  <a:pt x="89430" y="53658"/>
                </a:cubicBezTo>
                <a:lnTo>
                  <a:pt x="89430" y="74099"/>
                </a:lnTo>
                <a:lnTo>
                  <a:pt x="109871" y="74099"/>
                </a:lnTo>
                <a:cubicBezTo>
                  <a:pt x="114119" y="74099"/>
                  <a:pt x="117537" y="77517"/>
                  <a:pt x="117537" y="81765"/>
                </a:cubicBezTo>
                <a:cubicBezTo>
                  <a:pt x="117537" y="86012"/>
                  <a:pt x="114119" y="89430"/>
                  <a:pt x="109871" y="89430"/>
                </a:cubicBezTo>
                <a:lnTo>
                  <a:pt x="89430" y="89430"/>
                </a:lnTo>
                <a:lnTo>
                  <a:pt x="89430" y="109871"/>
                </a:lnTo>
                <a:cubicBezTo>
                  <a:pt x="89430" y="114119"/>
                  <a:pt x="86012" y="117537"/>
                  <a:pt x="81765" y="117537"/>
                </a:cubicBezTo>
                <a:cubicBezTo>
                  <a:pt x="77517" y="117537"/>
                  <a:pt x="74099" y="114119"/>
                  <a:pt x="74099" y="10987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726796" y="5791654"/>
            <a:ext cx="522384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额外成果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7842" y="6155052"/>
            <a:ext cx="5351034" cy="545097"/>
          </a:xfrm>
          <a:custGeom>
            <a:avLst/>
            <a:gdLst/>
            <a:ahLst/>
            <a:cxnLst/>
            <a:rect l="l" t="t" r="r" b="b"/>
            <a:pathLst>
              <a:path w="5351034" h="545097">
                <a:moveTo>
                  <a:pt x="72678" y="0"/>
                </a:moveTo>
                <a:lnTo>
                  <a:pt x="5278357" y="0"/>
                </a:lnTo>
                <a:cubicBezTo>
                  <a:pt x="5318495" y="0"/>
                  <a:pt x="5351034" y="32539"/>
                  <a:pt x="5351034" y="72678"/>
                </a:cubicBezTo>
                <a:lnTo>
                  <a:pt x="5351034" y="472419"/>
                </a:lnTo>
                <a:cubicBezTo>
                  <a:pt x="5351034" y="512558"/>
                  <a:pt x="5318495" y="545097"/>
                  <a:pt x="5278357" y="545097"/>
                </a:cubicBezTo>
                <a:lnTo>
                  <a:pt x="72678" y="545097"/>
                </a:lnTo>
                <a:cubicBezTo>
                  <a:pt x="32539" y="545097"/>
                  <a:pt x="0" y="512558"/>
                  <a:pt x="0" y="472419"/>
                </a:cubicBezTo>
                <a:lnTo>
                  <a:pt x="0" y="72678"/>
                </a:lnTo>
                <a:cubicBezTo>
                  <a:pt x="0" y="32566"/>
                  <a:pt x="32566" y="0"/>
                  <a:pt x="7267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9574" y="6336751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181699" y="56781"/>
                </a:moveTo>
                <a:lnTo>
                  <a:pt x="181663" y="82545"/>
                </a:lnTo>
                <a:cubicBezTo>
                  <a:pt x="181663" y="98444"/>
                  <a:pt x="175418" y="113455"/>
                  <a:pt x="164665" y="124563"/>
                </a:cubicBezTo>
                <a:cubicBezTo>
                  <a:pt x="164558" y="97237"/>
                  <a:pt x="150434" y="71899"/>
                  <a:pt x="127260" y="57384"/>
                </a:cubicBezTo>
                <a:lnTo>
                  <a:pt x="126586" y="56958"/>
                </a:lnTo>
                <a:cubicBezTo>
                  <a:pt x="127473" y="55645"/>
                  <a:pt x="127580" y="53906"/>
                  <a:pt x="126728" y="52451"/>
                </a:cubicBezTo>
                <a:lnTo>
                  <a:pt x="104725" y="14337"/>
                </a:lnTo>
                <a:cubicBezTo>
                  <a:pt x="102383" y="10256"/>
                  <a:pt x="103767" y="5039"/>
                  <a:pt x="107848" y="2697"/>
                </a:cubicBezTo>
                <a:cubicBezTo>
                  <a:pt x="111929" y="355"/>
                  <a:pt x="117111" y="1774"/>
                  <a:pt x="119453" y="5856"/>
                </a:cubicBezTo>
                <a:lnTo>
                  <a:pt x="143585" y="47660"/>
                </a:lnTo>
                <a:lnTo>
                  <a:pt x="143585" y="47660"/>
                </a:lnTo>
                <a:lnTo>
                  <a:pt x="143585" y="47660"/>
                </a:lnTo>
                <a:lnTo>
                  <a:pt x="158951" y="74277"/>
                </a:lnTo>
                <a:lnTo>
                  <a:pt x="158987" y="56781"/>
                </a:lnTo>
                <a:cubicBezTo>
                  <a:pt x="158987" y="50500"/>
                  <a:pt x="164097" y="45425"/>
                  <a:pt x="170343" y="45425"/>
                </a:cubicBezTo>
                <a:cubicBezTo>
                  <a:pt x="176589" y="45425"/>
                  <a:pt x="181699" y="50535"/>
                  <a:pt x="181699" y="56781"/>
                </a:cubicBezTo>
                <a:close/>
                <a:moveTo>
                  <a:pt x="105896" y="44076"/>
                </a:moveTo>
                <a:cubicBezTo>
                  <a:pt x="100893" y="40953"/>
                  <a:pt x="95321" y="39569"/>
                  <a:pt x="89856" y="39782"/>
                </a:cubicBezTo>
                <a:lnTo>
                  <a:pt x="76903" y="17318"/>
                </a:lnTo>
                <a:cubicBezTo>
                  <a:pt x="74560" y="13237"/>
                  <a:pt x="75944" y="8020"/>
                  <a:pt x="80026" y="5678"/>
                </a:cubicBezTo>
                <a:cubicBezTo>
                  <a:pt x="84107" y="3336"/>
                  <a:pt x="89323" y="4720"/>
                  <a:pt x="91666" y="8801"/>
                </a:cubicBezTo>
                <a:lnTo>
                  <a:pt x="115478" y="50038"/>
                </a:lnTo>
                <a:lnTo>
                  <a:pt x="105896" y="44041"/>
                </a:lnTo>
                <a:close/>
                <a:moveTo>
                  <a:pt x="75199" y="31407"/>
                </a:moveTo>
                <a:lnTo>
                  <a:pt x="81019" y="41486"/>
                </a:lnTo>
                <a:cubicBezTo>
                  <a:pt x="75661" y="43437"/>
                  <a:pt x="70870" y="47022"/>
                  <a:pt x="67427" y="52026"/>
                </a:cubicBezTo>
                <a:lnTo>
                  <a:pt x="60436" y="39889"/>
                </a:lnTo>
                <a:cubicBezTo>
                  <a:pt x="58094" y="35807"/>
                  <a:pt x="59478" y="30591"/>
                  <a:pt x="63559" y="28249"/>
                </a:cubicBezTo>
                <a:cubicBezTo>
                  <a:pt x="67640" y="25906"/>
                  <a:pt x="72857" y="27290"/>
                  <a:pt x="75199" y="31371"/>
                </a:cubicBezTo>
                <a:close/>
                <a:moveTo>
                  <a:pt x="58733" y="54013"/>
                </a:moveTo>
                <a:lnTo>
                  <a:pt x="63169" y="61714"/>
                </a:lnTo>
                <a:cubicBezTo>
                  <a:pt x="62459" y="64766"/>
                  <a:pt x="62282" y="67924"/>
                  <a:pt x="62565" y="70976"/>
                </a:cubicBezTo>
                <a:lnTo>
                  <a:pt x="61039" y="70976"/>
                </a:lnTo>
                <a:lnTo>
                  <a:pt x="61039" y="70976"/>
                </a:lnTo>
                <a:lnTo>
                  <a:pt x="48832" y="70976"/>
                </a:lnTo>
                <a:lnTo>
                  <a:pt x="43970" y="62530"/>
                </a:lnTo>
                <a:cubicBezTo>
                  <a:pt x="41628" y="58449"/>
                  <a:pt x="43012" y="53232"/>
                  <a:pt x="47093" y="50890"/>
                </a:cubicBezTo>
                <a:cubicBezTo>
                  <a:pt x="51174" y="48548"/>
                  <a:pt x="56391" y="49932"/>
                  <a:pt x="58733" y="54013"/>
                </a:cubicBezTo>
                <a:close/>
                <a:moveTo>
                  <a:pt x="81232" y="62104"/>
                </a:moveTo>
                <a:cubicBezTo>
                  <a:pt x="84568" y="56781"/>
                  <a:pt x="91559" y="55184"/>
                  <a:pt x="96882" y="58484"/>
                </a:cubicBezTo>
                <a:lnTo>
                  <a:pt x="118246" y="71828"/>
                </a:lnTo>
                <a:cubicBezTo>
                  <a:pt x="136523" y="83291"/>
                  <a:pt x="147630" y="103341"/>
                  <a:pt x="147630" y="124918"/>
                </a:cubicBezTo>
                <a:lnTo>
                  <a:pt x="147630" y="127757"/>
                </a:lnTo>
                <a:cubicBezTo>
                  <a:pt x="147630" y="157532"/>
                  <a:pt x="123463" y="181699"/>
                  <a:pt x="93689" y="181699"/>
                </a:cubicBezTo>
                <a:lnTo>
                  <a:pt x="31230" y="181699"/>
                </a:lnTo>
                <a:cubicBezTo>
                  <a:pt x="26510" y="181699"/>
                  <a:pt x="22712" y="177902"/>
                  <a:pt x="22712" y="173182"/>
                </a:cubicBezTo>
                <a:cubicBezTo>
                  <a:pt x="22712" y="168462"/>
                  <a:pt x="26510" y="164665"/>
                  <a:pt x="31230" y="164665"/>
                </a:cubicBezTo>
                <a:lnTo>
                  <a:pt x="63879" y="164665"/>
                </a:lnTo>
                <a:cubicBezTo>
                  <a:pt x="66221" y="164665"/>
                  <a:pt x="68137" y="162748"/>
                  <a:pt x="68137" y="160406"/>
                </a:cubicBezTo>
                <a:cubicBezTo>
                  <a:pt x="68137" y="158064"/>
                  <a:pt x="66221" y="156148"/>
                  <a:pt x="63879" y="156148"/>
                </a:cubicBezTo>
                <a:lnTo>
                  <a:pt x="19873" y="156148"/>
                </a:lnTo>
                <a:cubicBezTo>
                  <a:pt x="15153" y="156148"/>
                  <a:pt x="11356" y="152350"/>
                  <a:pt x="11356" y="147630"/>
                </a:cubicBezTo>
                <a:cubicBezTo>
                  <a:pt x="11356" y="142910"/>
                  <a:pt x="15153" y="139113"/>
                  <a:pt x="19873" y="139113"/>
                </a:cubicBezTo>
                <a:lnTo>
                  <a:pt x="63879" y="139113"/>
                </a:lnTo>
                <a:cubicBezTo>
                  <a:pt x="66221" y="139113"/>
                  <a:pt x="68137" y="137197"/>
                  <a:pt x="68137" y="134855"/>
                </a:cubicBezTo>
                <a:cubicBezTo>
                  <a:pt x="68137" y="132512"/>
                  <a:pt x="66221" y="130596"/>
                  <a:pt x="63879" y="130596"/>
                </a:cubicBezTo>
                <a:lnTo>
                  <a:pt x="8517" y="130596"/>
                </a:lnTo>
                <a:cubicBezTo>
                  <a:pt x="3797" y="130596"/>
                  <a:pt x="0" y="126799"/>
                  <a:pt x="0" y="122079"/>
                </a:cubicBezTo>
                <a:cubicBezTo>
                  <a:pt x="0" y="117359"/>
                  <a:pt x="3797" y="113562"/>
                  <a:pt x="8517" y="113562"/>
                </a:cubicBezTo>
                <a:lnTo>
                  <a:pt x="63879" y="113562"/>
                </a:lnTo>
                <a:cubicBezTo>
                  <a:pt x="66221" y="113562"/>
                  <a:pt x="68137" y="111645"/>
                  <a:pt x="68137" y="109303"/>
                </a:cubicBezTo>
                <a:cubicBezTo>
                  <a:pt x="68137" y="106961"/>
                  <a:pt x="66221" y="105045"/>
                  <a:pt x="63879" y="105045"/>
                </a:cubicBezTo>
                <a:lnTo>
                  <a:pt x="19873" y="105045"/>
                </a:lnTo>
                <a:cubicBezTo>
                  <a:pt x="15153" y="105045"/>
                  <a:pt x="11356" y="101247"/>
                  <a:pt x="11356" y="96528"/>
                </a:cubicBezTo>
                <a:cubicBezTo>
                  <a:pt x="11356" y="91808"/>
                  <a:pt x="15153" y="88010"/>
                  <a:pt x="19873" y="88010"/>
                </a:cubicBezTo>
                <a:lnTo>
                  <a:pt x="68137" y="88010"/>
                </a:lnTo>
                <a:lnTo>
                  <a:pt x="68137" y="88010"/>
                </a:lnTo>
                <a:lnTo>
                  <a:pt x="68137" y="88010"/>
                </a:lnTo>
                <a:lnTo>
                  <a:pt x="101212" y="88010"/>
                </a:lnTo>
                <a:lnTo>
                  <a:pt x="84817" y="77754"/>
                </a:lnTo>
                <a:cubicBezTo>
                  <a:pt x="79493" y="74418"/>
                  <a:pt x="77896" y="67427"/>
                  <a:pt x="81197" y="6210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963004" y="6264072"/>
            <a:ext cx="486044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双手协同控制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3004" y="6445770"/>
            <a:ext cx="485136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支持更复杂的操作逻辑，提升控制并行性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4216" y="1022057"/>
            <a:ext cx="5650838" cy="3742999"/>
          </a:xfrm>
          <a:custGeom>
            <a:avLst/>
            <a:gdLst/>
            <a:ahLst/>
            <a:cxnLst/>
            <a:rect l="l" t="t" r="r" b="b"/>
            <a:pathLst>
              <a:path w="5650838" h="3742999">
                <a:moveTo>
                  <a:pt x="109034" y="0"/>
                </a:moveTo>
                <a:lnTo>
                  <a:pt x="5541804" y="0"/>
                </a:lnTo>
                <a:cubicBezTo>
                  <a:pt x="5602022" y="0"/>
                  <a:pt x="5650838" y="48816"/>
                  <a:pt x="5650838" y="109034"/>
                </a:cubicBezTo>
                <a:lnTo>
                  <a:pt x="5650838" y="3633965"/>
                </a:lnTo>
                <a:cubicBezTo>
                  <a:pt x="5650838" y="3694183"/>
                  <a:pt x="5602022" y="3742999"/>
                  <a:pt x="5541804" y="3742999"/>
                </a:cubicBezTo>
                <a:lnTo>
                  <a:pt x="109034" y="3742999"/>
                </a:lnTo>
                <a:cubicBezTo>
                  <a:pt x="48816" y="3742999"/>
                  <a:pt x="0" y="3694183"/>
                  <a:pt x="0" y="3633965"/>
                </a:cubicBezTo>
                <a:lnTo>
                  <a:pt x="0" y="109034"/>
                </a:lnTo>
                <a:cubicBezTo>
                  <a:pt x="0" y="48816"/>
                  <a:pt x="48816" y="0"/>
                  <a:pt x="10903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46830" y="1208298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1027" y="0"/>
                </a:moveTo>
                <a:cubicBezTo>
                  <a:pt x="96244" y="0"/>
                  <a:pt x="101035" y="2875"/>
                  <a:pt x="103519" y="7452"/>
                </a:cubicBezTo>
                <a:lnTo>
                  <a:pt x="180173" y="149405"/>
                </a:lnTo>
                <a:cubicBezTo>
                  <a:pt x="182551" y="153805"/>
                  <a:pt x="182444" y="159129"/>
                  <a:pt x="179889" y="163423"/>
                </a:cubicBezTo>
                <a:cubicBezTo>
                  <a:pt x="177334" y="167717"/>
                  <a:pt x="172685" y="170343"/>
                  <a:pt x="167717" y="170343"/>
                </a:cubicBezTo>
                <a:lnTo>
                  <a:pt x="14408" y="170343"/>
                </a:lnTo>
                <a:cubicBezTo>
                  <a:pt x="9404" y="170343"/>
                  <a:pt x="4791" y="167717"/>
                  <a:pt x="2236" y="163423"/>
                </a:cubicBezTo>
                <a:cubicBezTo>
                  <a:pt x="-319" y="159129"/>
                  <a:pt x="-426" y="153805"/>
                  <a:pt x="1952" y="149405"/>
                </a:cubicBezTo>
                <a:lnTo>
                  <a:pt x="78606" y="7452"/>
                </a:lnTo>
                <a:lnTo>
                  <a:pt x="79635" y="5820"/>
                </a:lnTo>
                <a:cubicBezTo>
                  <a:pt x="82226" y="2200"/>
                  <a:pt x="86449" y="0"/>
                  <a:pt x="91027" y="0"/>
                </a:cubicBezTo>
                <a:close/>
                <a:moveTo>
                  <a:pt x="60472" y="88685"/>
                </a:moveTo>
                <a:lnTo>
                  <a:pt x="69982" y="98196"/>
                </a:lnTo>
                <a:cubicBezTo>
                  <a:pt x="72183" y="100396"/>
                  <a:pt x="75803" y="100396"/>
                  <a:pt x="78003" y="98196"/>
                </a:cubicBezTo>
                <a:lnTo>
                  <a:pt x="93369" y="82829"/>
                </a:lnTo>
                <a:cubicBezTo>
                  <a:pt x="95498" y="80700"/>
                  <a:pt x="98373" y="79493"/>
                  <a:pt x="101389" y="79493"/>
                </a:cubicBezTo>
                <a:lnTo>
                  <a:pt x="116578" y="79493"/>
                </a:lnTo>
                <a:lnTo>
                  <a:pt x="90991" y="32117"/>
                </a:lnTo>
                <a:lnTo>
                  <a:pt x="60436" y="8868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551241" y="1171958"/>
            <a:ext cx="521476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最大挑战与克服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4117" y="1535356"/>
            <a:ext cx="5351034" cy="981174"/>
          </a:xfrm>
          <a:custGeom>
            <a:avLst/>
            <a:gdLst/>
            <a:ahLst/>
            <a:cxnLst/>
            <a:rect l="l" t="t" r="r" b="b"/>
            <a:pathLst>
              <a:path w="5351034" h="981174">
                <a:moveTo>
                  <a:pt x="72676" y="0"/>
                </a:moveTo>
                <a:lnTo>
                  <a:pt x="5278359" y="0"/>
                </a:lnTo>
                <a:cubicBezTo>
                  <a:pt x="5318496" y="0"/>
                  <a:pt x="5351034" y="32538"/>
                  <a:pt x="5351034" y="72676"/>
                </a:cubicBezTo>
                <a:lnTo>
                  <a:pt x="5351034" y="908499"/>
                </a:lnTo>
                <a:cubicBezTo>
                  <a:pt x="5351034" y="948636"/>
                  <a:pt x="5318496" y="981174"/>
                  <a:pt x="5278359" y="981174"/>
                </a:cubicBezTo>
                <a:lnTo>
                  <a:pt x="72676" y="981174"/>
                </a:lnTo>
                <a:cubicBezTo>
                  <a:pt x="32538" y="981174"/>
                  <a:pt x="0" y="948636"/>
                  <a:pt x="0" y="908499"/>
                </a:cubicBezTo>
                <a:lnTo>
                  <a:pt x="0" y="72676"/>
                </a:lnTo>
                <a:cubicBezTo>
                  <a:pt x="0" y="32565"/>
                  <a:pt x="32565" y="0"/>
                  <a:pt x="726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33137" y="1644376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553441" y="1698885"/>
            <a:ext cx="11810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32874" y="1644376"/>
            <a:ext cx="47968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手部快速运动跟踪丢失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32874" y="1862414"/>
            <a:ext cx="478776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快速运动时MediaPipe可能丢失关键点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32874" y="2112250"/>
            <a:ext cx="4733258" cy="290718"/>
          </a:xfrm>
          <a:custGeom>
            <a:avLst/>
            <a:gdLst/>
            <a:ahLst/>
            <a:cxnLst/>
            <a:rect l="l" t="t" r="r" b="b"/>
            <a:pathLst>
              <a:path w="4733258" h="290718">
                <a:moveTo>
                  <a:pt x="72680" y="0"/>
                </a:moveTo>
                <a:lnTo>
                  <a:pt x="4660578" y="0"/>
                </a:lnTo>
                <a:cubicBezTo>
                  <a:pt x="4700718" y="0"/>
                  <a:pt x="4733258" y="32540"/>
                  <a:pt x="4733258" y="72680"/>
                </a:cubicBezTo>
                <a:lnTo>
                  <a:pt x="4733258" y="218039"/>
                </a:lnTo>
                <a:cubicBezTo>
                  <a:pt x="4733258" y="258179"/>
                  <a:pt x="4700718" y="290718"/>
                  <a:pt x="4660578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12368" y="2198557"/>
            <a:ext cx="122647" cy="109019"/>
          </a:xfrm>
          <a:custGeom>
            <a:avLst/>
            <a:gdLst/>
            <a:ahLst/>
            <a:cxnLst/>
            <a:rect l="l" t="t" r="r" b="b"/>
            <a:pathLst>
              <a:path w="122647" h="109019">
                <a:moveTo>
                  <a:pt x="108466" y="20995"/>
                </a:moveTo>
                <a:cubicBezTo>
                  <a:pt x="110084" y="19376"/>
                  <a:pt x="112788" y="19781"/>
                  <a:pt x="113597" y="21910"/>
                </a:cubicBezTo>
                <a:cubicBezTo>
                  <a:pt x="115045" y="25679"/>
                  <a:pt x="115833" y="29789"/>
                  <a:pt x="115833" y="34069"/>
                </a:cubicBezTo>
                <a:cubicBezTo>
                  <a:pt x="115833" y="52891"/>
                  <a:pt x="100587" y="68137"/>
                  <a:pt x="81765" y="68137"/>
                </a:cubicBezTo>
                <a:cubicBezTo>
                  <a:pt x="78038" y="68137"/>
                  <a:pt x="74440" y="67541"/>
                  <a:pt x="71076" y="66434"/>
                </a:cubicBezTo>
                <a:lnTo>
                  <a:pt x="31279" y="106230"/>
                </a:lnTo>
                <a:cubicBezTo>
                  <a:pt x="25296" y="112213"/>
                  <a:pt x="15586" y="112213"/>
                  <a:pt x="9603" y="106230"/>
                </a:cubicBezTo>
                <a:cubicBezTo>
                  <a:pt x="3620" y="100247"/>
                  <a:pt x="3620" y="90537"/>
                  <a:pt x="9603" y="84554"/>
                </a:cubicBezTo>
                <a:lnTo>
                  <a:pt x="49399" y="44758"/>
                </a:lnTo>
                <a:cubicBezTo>
                  <a:pt x="48292" y="41393"/>
                  <a:pt x="47696" y="37816"/>
                  <a:pt x="47696" y="34069"/>
                </a:cubicBezTo>
                <a:cubicBezTo>
                  <a:pt x="47696" y="15246"/>
                  <a:pt x="62942" y="0"/>
                  <a:pt x="81765" y="0"/>
                </a:cubicBezTo>
                <a:cubicBezTo>
                  <a:pt x="86044" y="0"/>
                  <a:pt x="90154" y="788"/>
                  <a:pt x="93923" y="2236"/>
                </a:cubicBezTo>
                <a:cubicBezTo>
                  <a:pt x="96052" y="3045"/>
                  <a:pt x="96435" y="5749"/>
                  <a:pt x="94838" y="7367"/>
                </a:cubicBezTo>
                <a:lnTo>
                  <a:pt x="75952" y="26254"/>
                </a:lnTo>
                <a:cubicBezTo>
                  <a:pt x="75313" y="26893"/>
                  <a:pt x="74951" y="27766"/>
                  <a:pt x="74951" y="28660"/>
                </a:cubicBezTo>
                <a:lnTo>
                  <a:pt x="74951" y="37475"/>
                </a:lnTo>
                <a:cubicBezTo>
                  <a:pt x="74951" y="39349"/>
                  <a:pt x="76484" y="40882"/>
                  <a:pt x="78358" y="40882"/>
                </a:cubicBezTo>
                <a:lnTo>
                  <a:pt x="87173" y="40882"/>
                </a:lnTo>
                <a:cubicBezTo>
                  <a:pt x="88067" y="40882"/>
                  <a:pt x="88940" y="40520"/>
                  <a:pt x="89579" y="39882"/>
                </a:cubicBezTo>
                <a:lnTo>
                  <a:pt x="108466" y="2099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0" name="Text 48"/>
          <p:cNvSpPr/>
          <p:nvPr/>
        </p:nvSpPr>
        <p:spPr>
          <a:xfrm>
            <a:off x="7067824" y="2184930"/>
            <a:ext cx="448013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引入自适应卡尔曼滤波，利用运动速度预测遮挡时位置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117" y="2584668"/>
            <a:ext cx="5351034" cy="981174"/>
          </a:xfrm>
          <a:custGeom>
            <a:avLst/>
            <a:gdLst/>
            <a:ahLst/>
            <a:cxnLst/>
            <a:rect l="l" t="t" r="r" b="b"/>
            <a:pathLst>
              <a:path w="5351034" h="981174">
                <a:moveTo>
                  <a:pt x="72676" y="0"/>
                </a:moveTo>
                <a:lnTo>
                  <a:pt x="5278359" y="0"/>
                </a:lnTo>
                <a:cubicBezTo>
                  <a:pt x="5318496" y="0"/>
                  <a:pt x="5351034" y="32538"/>
                  <a:pt x="5351034" y="72676"/>
                </a:cubicBezTo>
                <a:lnTo>
                  <a:pt x="5351034" y="908499"/>
                </a:lnTo>
                <a:cubicBezTo>
                  <a:pt x="5351034" y="948636"/>
                  <a:pt x="5318496" y="981174"/>
                  <a:pt x="5278359" y="981174"/>
                </a:cubicBezTo>
                <a:lnTo>
                  <a:pt x="72676" y="981174"/>
                </a:lnTo>
                <a:cubicBezTo>
                  <a:pt x="32538" y="981174"/>
                  <a:pt x="0" y="948636"/>
                  <a:pt x="0" y="908499"/>
                </a:cubicBezTo>
                <a:lnTo>
                  <a:pt x="0" y="72676"/>
                </a:lnTo>
                <a:cubicBezTo>
                  <a:pt x="0" y="32565"/>
                  <a:pt x="32565" y="0"/>
                  <a:pt x="726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33137" y="2693687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542724" y="2748197"/>
            <a:ext cx="13627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32874" y="2693687"/>
            <a:ext cx="47968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光照变化影响检测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32874" y="2911726"/>
            <a:ext cx="478776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昏暗或强逆光环境下识别率下降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832874" y="3161562"/>
            <a:ext cx="4733258" cy="290718"/>
          </a:xfrm>
          <a:custGeom>
            <a:avLst/>
            <a:gdLst/>
            <a:ahLst/>
            <a:cxnLst/>
            <a:rect l="l" t="t" r="r" b="b"/>
            <a:pathLst>
              <a:path w="4733258" h="290718">
                <a:moveTo>
                  <a:pt x="72680" y="0"/>
                </a:moveTo>
                <a:lnTo>
                  <a:pt x="4660578" y="0"/>
                </a:lnTo>
                <a:cubicBezTo>
                  <a:pt x="4700718" y="0"/>
                  <a:pt x="4733258" y="32540"/>
                  <a:pt x="4733258" y="72680"/>
                </a:cubicBezTo>
                <a:lnTo>
                  <a:pt x="4733258" y="218039"/>
                </a:lnTo>
                <a:cubicBezTo>
                  <a:pt x="4733258" y="258179"/>
                  <a:pt x="4700718" y="290718"/>
                  <a:pt x="4660578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12368" y="3247869"/>
            <a:ext cx="122647" cy="109019"/>
          </a:xfrm>
          <a:custGeom>
            <a:avLst/>
            <a:gdLst/>
            <a:ahLst/>
            <a:cxnLst/>
            <a:rect l="l" t="t" r="r" b="b"/>
            <a:pathLst>
              <a:path w="122647" h="109019">
                <a:moveTo>
                  <a:pt x="108466" y="20995"/>
                </a:moveTo>
                <a:cubicBezTo>
                  <a:pt x="110084" y="19376"/>
                  <a:pt x="112788" y="19781"/>
                  <a:pt x="113597" y="21910"/>
                </a:cubicBezTo>
                <a:cubicBezTo>
                  <a:pt x="115045" y="25679"/>
                  <a:pt x="115833" y="29789"/>
                  <a:pt x="115833" y="34069"/>
                </a:cubicBezTo>
                <a:cubicBezTo>
                  <a:pt x="115833" y="52891"/>
                  <a:pt x="100587" y="68137"/>
                  <a:pt x="81765" y="68137"/>
                </a:cubicBezTo>
                <a:cubicBezTo>
                  <a:pt x="78038" y="68137"/>
                  <a:pt x="74440" y="67541"/>
                  <a:pt x="71076" y="66434"/>
                </a:cubicBezTo>
                <a:lnTo>
                  <a:pt x="31279" y="106230"/>
                </a:lnTo>
                <a:cubicBezTo>
                  <a:pt x="25296" y="112213"/>
                  <a:pt x="15586" y="112213"/>
                  <a:pt x="9603" y="106230"/>
                </a:cubicBezTo>
                <a:cubicBezTo>
                  <a:pt x="3620" y="100247"/>
                  <a:pt x="3620" y="90537"/>
                  <a:pt x="9603" y="84554"/>
                </a:cubicBezTo>
                <a:lnTo>
                  <a:pt x="49399" y="44758"/>
                </a:lnTo>
                <a:cubicBezTo>
                  <a:pt x="48292" y="41393"/>
                  <a:pt x="47696" y="37816"/>
                  <a:pt x="47696" y="34069"/>
                </a:cubicBezTo>
                <a:cubicBezTo>
                  <a:pt x="47696" y="15246"/>
                  <a:pt x="62942" y="0"/>
                  <a:pt x="81765" y="0"/>
                </a:cubicBezTo>
                <a:cubicBezTo>
                  <a:pt x="86044" y="0"/>
                  <a:pt x="90154" y="788"/>
                  <a:pt x="93923" y="2236"/>
                </a:cubicBezTo>
                <a:cubicBezTo>
                  <a:pt x="96052" y="3045"/>
                  <a:pt x="96435" y="5749"/>
                  <a:pt x="94838" y="7367"/>
                </a:cubicBezTo>
                <a:lnTo>
                  <a:pt x="75952" y="26254"/>
                </a:lnTo>
                <a:cubicBezTo>
                  <a:pt x="75313" y="26893"/>
                  <a:pt x="74951" y="27766"/>
                  <a:pt x="74951" y="28660"/>
                </a:cubicBezTo>
                <a:lnTo>
                  <a:pt x="74951" y="37475"/>
                </a:lnTo>
                <a:cubicBezTo>
                  <a:pt x="74951" y="39349"/>
                  <a:pt x="76484" y="40882"/>
                  <a:pt x="78358" y="40882"/>
                </a:cubicBezTo>
                <a:lnTo>
                  <a:pt x="87173" y="40882"/>
                </a:lnTo>
                <a:cubicBezTo>
                  <a:pt x="88067" y="40882"/>
                  <a:pt x="88940" y="40520"/>
                  <a:pt x="89579" y="39882"/>
                </a:cubicBezTo>
                <a:lnTo>
                  <a:pt x="108466" y="2099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7067824" y="3234241"/>
            <a:ext cx="448013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加入直方图均衡化和高斯模糊，置信度加权保持稳定性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24117" y="3633979"/>
            <a:ext cx="5351034" cy="981174"/>
          </a:xfrm>
          <a:custGeom>
            <a:avLst/>
            <a:gdLst/>
            <a:ahLst/>
            <a:cxnLst/>
            <a:rect l="l" t="t" r="r" b="b"/>
            <a:pathLst>
              <a:path w="5351034" h="981174">
                <a:moveTo>
                  <a:pt x="72676" y="0"/>
                </a:moveTo>
                <a:lnTo>
                  <a:pt x="5278359" y="0"/>
                </a:lnTo>
                <a:cubicBezTo>
                  <a:pt x="5318496" y="0"/>
                  <a:pt x="5351034" y="32538"/>
                  <a:pt x="5351034" y="72676"/>
                </a:cubicBezTo>
                <a:lnTo>
                  <a:pt x="5351034" y="908499"/>
                </a:lnTo>
                <a:cubicBezTo>
                  <a:pt x="5351034" y="948636"/>
                  <a:pt x="5318496" y="981174"/>
                  <a:pt x="5278359" y="981174"/>
                </a:cubicBezTo>
                <a:lnTo>
                  <a:pt x="72676" y="981174"/>
                </a:lnTo>
                <a:cubicBezTo>
                  <a:pt x="32538" y="981174"/>
                  <a:pt x="0" y="948636"/>
                  <a:pt x="0" y="908499"/>
                </a:cubicBezTo>
                <a:lnTo>
                  <a:pt x="0" y="72676"/>
                </a:lnTo>
                <a:cubicBezTo>
                  <a:pt x="0" y="32565"/>
                  <a:pt x="32565" y="0"/>
                  <a:pt x="7267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33137" y="3742999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541091" y="3797508"/>
            <a:ext cx="13627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32874" y="3742999"/>
            <a:ext cx="47968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语音识别与主循环并发冲突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32874" y="3961037"/>
            <a:ext cx="478776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语音处理阻塞主线程，影响实时性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832874" y="4210873"/>
            <a:ext cx="4733258" cy="290718"/>
          </a:xfrm>
          <a:custGeom>
            <a:avLst/>
            <a:gdLst/>
            <a:ahLst/>
            <a:cxnLst/>
            <a:rect l="l" t="t" r="r" b="b"/>
            <a:pathLst>
              <a:path w="4733258" h="290718">
                <a:moveTo>
                  <a:pt x="72680" y="0"/>
                </a:moveTo>
                <a:lnTo>
                  <a:pt x="4660578" y="0"/>
                </a:lnTo>
                <a:cubicBezTo>
                  <a:pt x="4700718" y="0"/>
                  <a:pt x="4733258" y="32540"/>
                  <a:pt x="4733258" y="72680"/>
                </a:cubicBezTo>
                <a:lnTo>
                  <a:pt x="4733258" y="218039"/>
                </a:lnTo>
                <a:cubicBezTo>
                  <a:pt x="4733258" y="258179"/>
                  <a:pt x="4700718" y="290718"/>
                  <a:pt x="4660578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912368" y="4297180"/>
            <a:ext cx="122647" cy="109019"/>
          </a:xfrm>
          <a:custGeom>
            <a:avLst/>
            <a:gdLst/>
            <a:ahLst/>
            <a:cxnLst/>
            <a:rect l="l" t="t" r="r" b="b"/>
            <a:pathLst>
              <a:path w="122647" h="109019">
                <a:moveTo>
                  <a:pt x="108466" y="20995"/>
                </a:moveTo>
                <a:cubicBezTo>
                  <a:pt x="110084" y="19376"/>
                  <a:pt x="112788" y="19781"/>
                  <a:pt x="113597" y="21910"/>
                </a:cubicBezTo>
                <a:cubicBezTo>
                  <a:pt x="115045" y="25679"/>
                  <a:pt x="115833" y="29789"/>
                  <a:pt x="115833" y="34069"/>
                </a:cubicBezTo>
                <a:cubicBezTo>
                  <a:pt x="115833" y="52891"/>
                  <a:pt x="100587" y="68137"/>
                  <a:pt x="81765" y="68137"/>
                </a:cubicBezTo>
                <a:cubicBezTo>
                  <a:pt x="78038" y="68137"/>
                  <a:pt x="74440" y="67541"/>
                  <a:pt x="71076" y="66434"/>
                </a:cubicBezTo>
                <a:lnTo>
                  <a:pt x="31279" y="106230"/>
                </a:lnTo>
                <a:cubicBezTo>
                  <a:pt x="25296" y="112213"/>
                  <a:pt x="15586" y="112213"/>
                  <a:pt x="9603" y="106230"/>
                </a:cubicBezTo>
                <a:cubicBezTo>
                  <a:pt x="3620" y="100247"/>
                  <a:pt x="3620" y="90537"/>
                  <a:pt x="9603" y="84554"/>
                </a:cubicBezTo>
                <a:lnTo>
                  <a:pt x="49399" y="44758"/>
                </a:lnTo>
                <a:cubicBezTo>
                  <a:pt x="48292" y="41393"/>
                  <a:pt x="47696" y="37816"/>
                  <a:pt x="47696" y="34069"/>
                </a:cubicBezTo>
                <a:cubicBezTo>
                  <a:pt x="47696" y="15246"/>
                  <a:pt x="62942" y="0"/>
                  <a:pt x="81765" y="0"/>
                </a:cubicBezTo>
                <a:cubicBezTo>
                  <a:pt x="86044" y="0"/>
                  <a:pt x="90154" y="788"/>
                  <a:pt x="93923" y="2236"/>
                </a:cubicBezTo>
                <a:cubicBezTo>
                  <a:pt x="96052" y="3045"/>
                  <a:pt x="96435" y="5749"/>
                  <a:pt x="94838" y="7367"/>
                </a:cubicBezTo>
                <a:lnTo>
                  <a:pt x="75952" y="26254"/>
                </a:lnTo>
                <a:cubicBezTo>
                  <a:pt x="75313" y="26893"/>
                  <a:pt x="74951" y="27766"/>
                  <a:pt x="74951" y="28660"/>
                </a:cubicBezTo>
                <a:lnTo>
                  <a:pt x="74951" y="37475"/>
                </a:lnTo>
                <a:cubicBezTo>
                  <a:pt x="74951" y="39349"/>
                  <a:pt x="76484" y="40882"/>
                  <a:pt x="78358" y="40882"/>
                </a:cubicBezTo>
                <a:lnTo>
                  <a:pt x="87173" y="40882"/>
                </a:lnTo>
                <a:cubicBezTo>
                  <a:pt x="88067" y="40882"/>
                  <a:pt x="88940" y="40520"/>
                  <a:pt x="89579" y="39882"/>
                </a:cubicBezTo>
                <a:lnTo>
                  <a:pt x="108466" y="2099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6" name="Text 64"/>
          <p:cNvSpPr/>
          <p:nvPr/>
        </p:nvSpPr>
        <p:spPr>
          <a:xfrm>
            <a:off x="7067824" y="4283553"/>
            <a:ext cx="4480138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使用线程+队列模式，语音识别线程将指令放入队列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74216" y="4878617"/>
            <a:ext cx="5650838" cy="1971434"/>
          </a:xfrm>
          <a:custGeom>
            <a:avLst/>
            <a:gdLst/>
            <a:ahLst/>
            <a:cxnLst/>
            <a:rect l="l" t="t" r="r" b="b"/>
            <a:pathLst>
              <a:path w="5650838" h="1971434">
                <a:moveTo>
                  <a:pt x="109020" y="0"/>
                </a:moveTo>
                <a:lnTo>
                  <a:pt x="5541817" y="0"/>
                </a:lnTo>
                <a:cubicBezTo>
                  <a:pt x="5602028" y="0"/>
                  <a:pt x="5650838" y="48810"/>
                  <a:pt x="5650838" y="109020"/>
                </a:cubicBezTo>
                <a:lnTo>
                  <a:pt x="5650838" y="1862413"/>
                </a:lnTo>
                <a:cubicBezTo>
                  <a:pt x="5650838" y="1922624"/>
                  <a:pt x="5602028" y="1971434"/>
                  <a:pt x="5541817" y="1971434"/>
                </a:cubicBezTo>
                <a:lnTo>
                  <a:pt x="109020" y="1971434"/>
                </a:lnTo>
                <a:cubicBezTo>
                  <a:pt x="48810" y="1971434"/>
                  <a:pt x="0" y="1922624"/>
                  <a:pt x="0" y="1862413"/>
                </a:cubicBezTo>
                <a:lnTo>
                  <a:pt x="0" y="109020"/>
                </a:lnTo>
                <a:cubicBezTo>
                  <a:pt x="0" y="48810"/>
                  <a:pt x="48810" y="0"/>
                  <a:pt x="10902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36609" y="5073943"/>
            <a:ext cx="183970" cy="163529"/>
          </a:xfrm>
          <a:custGeom>
            <a:avLst/>
            <a:gdLst/>
            <a:ahLst/>
            <a:cxnLst/>
            <a:rect l="l" t="t" r="r" b="b"/>
            <a:pathLst>
              <a:path w="183970" h="163529">
                <a:moveTo>
                  <a:pt x="15331" y="62537"/>
                </a:moveTo>
                <a:lnTo>
                  <a:pt x="82148" y="90037"/>
                </a:lnTo>
                <a:cubicBezTo>
                  <a:pt x="85278" y="91314"/>
                  <a:pt x="88600" y="91985"/>
                  <a:pt x="91985" y="91985"/>
                </a:cubicBezTo>
                <a:cubicBezTo>
                  <a:pt x="95371" y="91985"/>
                  <a:pt x="98692" y="91314"/>
                  <a:pt x="101822" y="90037"/>
                </a:cubicBezTo>
                <a:lnTo>
                  <a:pt x="179243" y="58161"/>
                </a:lnTo>
                <a:cubicBezTo>
                  <a:pt x="182118" y="56980"/>
                  <a:pt x="183970" y="54201"/>
                  <a:pt x="183970" y="51103"/>
                </a:cubicBezTo>
                <a:cubicBezTo>
                  <a:pt x="183970" y="48005"/>
                  <a:pt x="182118" y="45226"/>
                  <a:pt x="179243" y="44044"/>
                </a:cubicBezTo>
                <a:lnTo>
                  <a:pt x="101822" y="12169"/>
                </a:lnTo>
                <a:cubicBezTo>
                  <a:pt x="98692" y="10891"/>
                  <a:pt x="95371" y="10221"/>
                  <a:pt x="91985" y="10221"/>
                </a:cubicBezTo>
                <a:cubicBezTo>
                  <a:pt x="88600" y="10221"/>
                  <a:pt x="85278" y="10891"/>
                  <a:pt x="82148" y="12169"/>
                </a:cubicBezTo>
                <a:lnTo>
                  <a:pt x="4727" y="44044"/>
                </a:lnTo>
                <a:cubicBezTo>
                  <a:pt x="1852" y="45226"/>
                  <a:pt x="0" y="48005"/>
                  <a:pt x="0" y="51103"/>
                </a:cubicBezTo>
                <a:lnTo>
                  <a:pt x="0" y="145643"/>
                </a:lnTo>
                <a:cubicBezTo>
                  <a:pt x="0" y="149891"/>
                  <a:pt x="3418" y="153308"/>
                  <a:pt x="7665" y="153308"/>
                </a:cubicBezTo>
                <a:cubicBezTo>
                  <a:pt x="11913" y="153308"/>
                  <a:pt x="15331" y="149891"/>
                  <a:pt x="15331" y="145643"/>
                </a:cubicBezTo>
                <a:lnTo>
                  <a:pt x="15331" y="62537"/>
                </a:lnTo>
                <a:close/>
                <a:moveTo>
                  <a:pt x="30662" y="85438"/>
                </a:moveTo>
                <a:lnTo>
                  <a:pt x="30662" y="122647"/>
                </a:lnTo>
                <a:cubicBezTo>
                  <a:pt x="30662" y="139575"/>
                  <a:pt x="58129" y="153308"/>
                  <a:pt x="91985" y="153308"/>
                </a:cubicBezTo>
                <a:cubicBezTo>
                  <a:pt x="125841" y="153308"/>
                  <a:pt x="153308" y="139575"/>
                  <a:pt x="153308" y="122647"/>
                </a:cubicBezTo>
                <a:lnTo>
                  <a:pt x="153308" y="85406"/>
                </a:lnTo>
                <a:lnTo>
                  <a:pt x="107667" y="104218"/>
                </a:lnTo>
                <a:cubicBezTo>
                  <a:pt x="102685" y="106262"/>
                  <a:pt x="97383" y="107316"/>
                  <a:pt x="91985" y="107316"/>
                </a:cubicBezTo>
                <a:cubicBezTo>
                  <a:pt x="86587" y="107316"/>
                  <a:pt x="81285" y="106262"/>
                  <a:pt x="76303" y="104218"/>
                </a:cubicBezTo>
                <a:lnTo>
                  <a:pt x="30662" y="8540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9" name="Text 67"/>
          <p:cNvSpPr/>
          <p:nvPr/>
        </p:nvSpPr>
        <p:spPr>
          <a:xfrm>
            <a:off x="6533071" y="5028519"/>
            <a:ext cx="522384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经验与收获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24117" y="5391917"/>
            <a:ext cx="2643720" cy="617776"/>
          </a:xfrm>
          <a:custGeom>
            <a:avLst/>
            <a:gdLst/>
            <a:ahLst/>
            <a:cxnLst/>
            <a:rect l="l" t="t" r="r" b="b"/>
            <a:pathLst>
              <a:path w="2643720" h="617776">
                <a:moveTo>
                  <a:pt x="72681" y="0"/>
                </a:moveTo>
                <a:lnTo>
                  <a:pt x="2571038" y="0"/>
                </a:lnTo>
                <a:cubicBezTo>
                  <a:pt x="2611179" y="0"/>
                  <a:pt x="2643720" y="32541"/>
                  <a:pt x="2643720" y="72681"/>
                </a:cubicBezTo>
                <a:lnTo>
                  <a:pt x="2643720" y="545095"/>
                </a:lnTo>
                <a:cubicBezTo>
                  <a:pt x="2643720" y="585236"/>
                  <a:pt x="2611179" y="617776"/>
                  <a:pt x="2571038" y="617776"/>
                </a:cubicBezTo>
                <a:lnTo>
                  <a:pt x="72681" y="617776"/>
                </a:lnTo>
                <a:cubicBezTo>
                  <a:pt x="32541" y="617776"/>
                  <a:pt x="0" y="585236"/>
                  <a:pt x="0" y="54509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443357" y="5519106"/>
            <a:ext cx="143088" cy="127189"/>
          </a:xfrm>
          <a:custGeom>
            <a:avLst/>
            <a:gdLst/>
            <a:ahLst/>
            <a:cxnLst/>
            <a:rect l="l" t="t" r="r" b="b"/>
            <a:pathLst>
              <a:path w="143088" h="127189">
                <a:moveTo>
                  <a:pt x="89629" y="298"/>
                </a:moveTo>
                <a:cubicBezTo>
                  <a:pt x="85406" y="-919"/>
                  <a:pt x="81009" y="1540"/>
                  <a:pt x="79791" y="5763"/>
                </a:cubicBezTo>
                <a:lnTo>
                  <a:pt x="47994" y="117054"/>
                </a:lnTo>
                <a:cubicBezTo>
                  <a:pt x="46777" y="121277"/>
                  <a:pt x="49236" y="125674"/>
                  <a:pt x="53459" y="126891"/>
                </a:cubicBezTo>
                <a:cubicBezTo>
                  <a:pt x="57682" y="128108"/>
                  <a:pt x="62079" y="125649"/>
                  <a:pt x="63297" y="121426"/>
                </a:cubicBezTo>
                <a:lnTo>
                  <a:pt x="95094" y="10135"/>
                </a:lnTo>
                <a:cubicBezTo>
                  <a:pt x="96311" y="5912"/>
                  <a:pt x="93852" y="1515"/>
                  <a:pt x="89629" y="298"/>
                </a:cubicBezTo>
                <a:close/>
                <a:moveTo>
                  <a:pt x="105676" y="34108"/>
                </a:moveTo>
                <a:cubicBezTo>
                  <a:pt x="102571" y="37213"/>
                  <a:pt x="102571" y="42256"/>
                  <a:pt x="105676" y="45361"/>
                </a:cubicBezTo>
                <a:lnTo>
                  <a:pt x="123910" y="63595"/>
                </a:lnTo>
                <a:lnTo>
                  <a:pt x="105676" y="81828"/>
                </a:lnTo>
                <a:cubicBezTo>
                  <a:pt x="102571" y="84934"/>
                  <a:pt x="102571" y="89976"/>
                  <a:pt x="105676" y="93082"/>
                </a:cubicBezTo>
                <a:cubicBezTo>
                  <a:pt x="108782" y="96187"/>
                  <a:pt x="113824" y="96187"/>
                  <a:pt x="116930" y="93082"/>
                </a:cubicBezTo>
                <a:lnTo>
                  <a:pt x="140778" y="69234"/>
                </a:lnTo>
                <a:cubicBezTo>
                  <a:pt x="143883" y="66128"/>
                  <a:pt x="143883" y="61086"/>
                  <a:pt x="140778" y="57980"/>
                </a:cubicBezTo>
                <a:lnTo>
                  <a:pt x="116930" y="34132"/>
                </a:lnTo>
                <a:cubicBezTo>
                  <a:pt x="113824" y="31027"/>
                  <a:pt x="108782" y="31027"/>
                  <a:pt x="105676" y="34132"/>
                </a:cubicBezTo>
                <a:close/>
                <a:moveTo>
                  <a:pt x="37436" y="34108"/>
                </a:moveTo>
                <a:cubicBezTo>
                  <a:pt x="34331" y="31002"/>
                  <a:pt x="29288" y="31002"/>
                  <a:pt x="26183" y="34108"/>
                </a:cubicBezTo>
                <a:lnTo>
                  <a:pt x="2335" y="57956"/>
                </a:lnTo>
                <a:cubicBezTo>
                  <a:pt x="-770" y="61061"/>
                  <a:pt x="-770" y="66104"/>
                  <a:pt x="2335" y="69209"/>
                </a:cubicBezTo>
                <a:lnTo>
                  <a:pt x="26183" y="93057"/>
                </a:lnTo>
                <a:cubicBezTo>
                  <a:pt x="29288" y="96162"/>
                  <a:pt x="34331" y="96162"/>
                  <a:pt x="37436" y="93057"/>
                </a:cubicBezTo>
                <a:cubicBezTo>
                  <a:pt x="40542" y="89952"/>
                  <a:pt x="40542" y="84909"/>
                  <a:pt x="37436" y="81804"/>
                </a:cubicBezTo>
                <a:lnTo>
                  <a:pt x="19203" y="63595"/>
                </a:lnTo>
                <a:lnTo>
                  <a:pt x="37412" y="45361"/>
                </a:lnTo>
                <a:cubicBezTo>
                  <a:pt x="40517" y="42256"/>
                  <a:pt x="40517" y="37213"/>
                  <a:pt x="37412" y="3410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2" name="Text 70"/>
          <p:cNvSpPr/>
          <p:nvPr/>
        </p:nvSpPr>
        <p:spPr>
          <a:xfrm>
            <a:off x="6648657" y="5500936"/>
            <a:ext cx="227375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技术层面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433137" y="5755314"/>
            <a:ext cx="2480191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深入理解MediaPipe模型结构与后处理技巧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36471" y="5391917"/>
            <a:ext cx="2643720" cy="617776"/>
          </a:xfrm>
          <a:custGeom>
            <a:avLst/>
            <a:gdLst/>
            <a:ahLst/>
            <a:cxnLst/>
            <a:rect l="l" t="t" r="r" b="b"/>
            <a:pathLst>
              <a:path w="2643720" h="617776">
                <a:moveTo>
                  <a:pt x="72681" y="0"/>
                </a:moveTo>
                <a:lnTo>
                  <a:pt x="2571038" y="0"/>
                </a:lnTo>
                <a:cubicBezTo>
                  <a:pt x="2611179" y="0"/>
                  <a:pt x="2643720" y="32541"/>
                  <a:pt x="2643720" y="72681"/>
                </a:cubicBezTo>
                <a:lnTo>
                  <a:pt x="2643720" y="545095"/>
                </a:lnTo>
                <a:cubicBezTo>
                  <a:pt x="2643720" y="585236"/>
                  <a:pt x="2611179" y="617776"/>
                  <a:pt x="2571038" y="617776"/>
                </a:cubicBezTo>
                <a:lnTo>
                  <a:pt x="72681" y="617776"/>
                </a:lnTo>
                <a:cubicBezTo>
                  <a:pt x="32541" y="617776"/>
                  <a:pt x="0" y="585236"/>
                  <a:pt x="0" y="54509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47762" y="5519106"/>
            <a:ext cx="158987" cy="127189"/>
          </a:xfrm>
          <a:custGeom>
            <a:avLst/>
            <a:gdLst/>
            <a:ahLst/>
            <a:cxnLst/>
            <a:rect l="l" t="t" r="r" b="b"/>
            <a:pathLst>
              <a:path w="158987" h="127189">
                <a:moveTo>
                  <a:pt x="79493" y="3975"/>
                </a:moveTo>
                <a:cubicBezTo>
                  <a:pt x="93752" y="3975"/>
                  <a:pt x="105329" y="15551"/>
                  <a:pt x="105329" y="29810"/>
                </a:cubicBezTo>
                <a:cubicBezTo>
                  <a:pt x="105329" y="44069"/>
                  <a:pt x="93752" y="55645"/>
                  <a:pt x="79493" y="55645"/>
                </a:cubicBezTo>
                <a:cubicBezTo>
                  <a:pt x="65234" y="55645"/>
                  <a:pt x="53658" y="44069"/>
                  <a:pt x="53658" y="29810"/>
                </a:cubicBezTo>
                <a:cubicBezTo>
                  <a:pt x="53658" y="15551"/>
                  <a:pt x="65234" y="3975"/>
                  <a:pt x="79493" y="3975"/>
                </a:cubicBezTo>
                <a:close/>
                <a:moveTo>
                  <a:pt x="23848" y="21861"/>
                </a:moveTo>
                <a:cubicBezTo>
                  <a:pt x="33720" y="21861"/>
                  <a:pt x="41734" y="29875"/>
                  <a:pt x="41734" y="39747"/>
                </a:cubicBezTo>
                <a:cubicBezTo>
                  <a:pt x="41734" y="49618"/>
                  <a:pt x="33720" y="57633"/>
                  <a:pt x="23848" y="57633"/>
                </a:cubicBezTo>
                <a:cubicBezTo>
                  <a:pt x="13976" y="57633"/>
                  <a:pt x="5962" y="49618"/>
                  <a:pt x="5962" y="39747"/>
                </a:cubicBezTo>
                <a:cubicBezTo>
                  <a:pt x="5962" y="29875"/>
                  <a:pt x="13976" y="21861"/>
                  <a:pt x="23848" y="21861"/>
                </a:cubicBezTo>
                <a:close/>
                <a:moveTo>
                  <a:pt x="0" y="103341"/>
                </a:moveTo>
                <a:cubicBezTo>
                  <a:pt x="0" y="85778"/>
                  <a:pt x="14234" y="71544"/>
                  <a:pt x="31797" y="71544"/>
                </a:cubicBezTo>
                <a:cubicBezTo>
                  <a:pt x="34977" y="71544"/>
                  <a:pt x="38057" y="72016"/>
                  <a:pt x="40964" y="72885"/>
                </a:cubicBezTo>
                <a:cubicBezTo>
                  <a:pt x="32791" y="82027"/>
                  <a:pt x="27823" y="94100"/>
                  <a:pt x="27823" y="107316"/>
                </a:cubicBezTo>
                <a:lnTo>
                  <a:pt x="27823" y="111291"/>
                </a:lnTo>
                <a:cubicBezTo>
                  <a:pt x="27823" y="114123"/>
                  <a:pt x="28419" y="116805"/>
                  <a:pt x="29487" y="119240"/>
                </a:cubicBezTo>
                <a:lnTo>
                  <a:pt x="7949" y="119240"/>
                </a:lnTo>
                <a:cubicBezTo>
                  <a:pt x="3552" y="119240"/>
                  <a:pt x="0" y="115688"/>
                  <a:pt x="0" y="111291"/>
                </a:cubicBezTo>
                <a:lnTo>
                  <a:pt x="0" y="103341"/>
                </a:lnTo>
                <a:close/>
                <a:moveTo>
                  <a:pt x="129500" y="119240"/>
                </a:moveTo>
                <a:cubicBezTo>
                  <a:pt x="130568" y="116805"/>
                  <a:pt x="131164" y="114123"/>
                  <a:pt x="131164" y="111291"/>
                </a:cubicBezTo>
                <a:lnTo>
                  <a:pt x="131164" y="107316"/>
                </a:lnTo>
                <a:cubicBezTo>
                  <a:pt x="131164" y="94100"/>
                  <a:pt x="126196" y="82027"/>
                  <a:pt x="118023" y="72885"/>
                </a:cubicBezTo>
                <a:cubicBezTo>
                  <a:pt x="120929" y="72016"/>
                  <a:pt x="124010" y="71544"/>
                  <a:pt x="127189" y="71544"/>
                </a:cubicBezTo>
                <a:cubicBezTo>
                  <a:pt x="144752" y="71544"/>
                  <a:pt x="158987" y="85778"/>
                  <a:pt x="158987" y="103341"/>
                </a:cubicBezTo>
                <a:lnTo>
                  <a:pt x="158987" y="111291"/>
                </a:lnTo>
                <a:cubicBezTo>
                  <a:pt x="158987" y="115688"/>
                  <a:pt x="155434" y="119240"/>
                  <a:pt x="151037" y="119240"/>
                </a:cubicBezTo>
                <a:lnTo>
                  <a:pt x="129500" y="119240"/>
                </a:lnTo>
                <a:close/>
                <a:moveTo>
                  <a:pt x="117253" y="39747"/>
                </a:moveTo>
                <a:cubicBezTo>
                  <a:pt x="117253" y="29875"/>
                  <a:pt x="125267" y="21861"/>
                  <a:pt x="135139" y="21861"/>
                </a:cubicBezTo>
                <a:cubicBezTo>
                  <a:pt x="145010" y="21861"/>
                  <a:pt x="153025" y="29875"/>
                  <a:pt x="153025" y="39747"/>
                </a:cubicBezTo>
                <a:cubicBezTo>
                  <a:pt x="153025" y="49618"/>
                  <a:pt x="145010" y="57633"/>
                  <a:pt x="135139" y="57633"/>
                </a:cubicBezTo>
                <a:cubicBezTo>
                  <a:pt x="125267" y="57633"/>
                  <a:pt x="117253" y="49618"/>
                  <a:pt x="117253" y="39747"/>
                </a:cubicBezTo>
                <a:close/>
                <a:moveTo>
                  <a:pt x="39747" y="107316"/>
                </a:moveTo>
                <a:cubicBezTo>
                  <a:pt x="39747" y="85356"/>
                  <a:pt x="57533" y="67569"/>
                  <a:pt x="79493" y="67569"/>
                </a:cubicBezTo>
                <a:cubicBezTo>
                  <a:pt x="101453" y="67569"/>
                  <a:pt x="119240" y="85356"/>
                  <a:pt x="119240" y="107316"/>
                </a:cubicBezTo>
                <a:lnTo>
                  <a:pt x="119240" y="111291"/>
                </a:lnTo>
                <a:cubicBezTo>
                  <a:pt x="119240" y="115688"/>
                  <a:pt x="115688" y="119240"/>
                  <a:pt x="111291" y="119240"/>
                </a:cubicBezTo>
                <a:lnTo>
                  <a:pt x="47696" y="119240"/>
                </a:lnTo>
                <a:cubicBezTo>
                  <a:pt x="43299" y="119240"/>
                  <a:pt x="39747" y="115688"/>
                  <a:pt x="39747" y="111291"/>
                </a:cubicBezTo>
                <a:lnTo>
                  <a:pt x="39747" y="1073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6" name="Text 74"/>
          <p:cNvSpPr/>
          <p:nvPr/>
        </p:nvSpPr>
        <p:spPr>
          <a:xfrm>
            <a:off x="9361011" y="5500936"/>
            <a:ext cx="227375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45490" y="5755314"/>
            <a:ext cx="2480191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Git版本管理，分工明确，高效协作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24117" y="6082373"/>
            <a:ext cx="2643720" cy="617776"/>
          </a:xfrm>
          <a:custGeom>
            <a:avLst/>
            <a:gdLst/>
            <a:ahLst/>
            <a:cxnLst/>
            <a:rect l="l" t="t" r="r" b="b"/>
            <a:pathLst>
              <a:path w="2643720" h="617776">
                <a:moveTo>
                  <a:pt x="72681" y="0"/>
                </a:moveTo>
                <a:lnTo>
                  <a:pt x="2571038" y="0"/>
                </a:lnTo>
                <a:cubicBezTo>
                  <a:pt x="2611179" y="0"/>
                  <a:pt x="2643720" y="32541"/>
                  <a:pt x="2643720" y="72681"/>
                </a:cubicBezTo>
                <a:lnTo>
                  <a:pt x="2643720" y="545095"/>
                </a:lnTo>
                <a:cubicBezTo>
                  <a:pt x="2643720" y="585236"/>
                  <a:pt x="2611179" y="617776"/>
                  <a:pt x="2571038" y="617776"/>
                </a:cubicBezTo>
                <a:lnTo>
                  <a:pt x="72681" y="617776"/>
                </a:lnTo>
                <a:cubicBezTo>
                  <a:pt x="32541" y="617776"/>
                  <a:pt x="0" y="585236"/>
                  <a:pt x="0" y="54509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451307" y="6209562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0" y="19873"/>
                </a:moveTo>
                <a:cubicBezTo>
                  <a:pt x="0" y="13290"/>
                  <a:pt x="5341" y="7949"/>
                  <a:pt x="11924" y="7949"/>
                </a:cubicBezTo>
                <a:lnTo>
                  <a:pt x="35772" y="7949"/>
                </a:lnTo>
                <a:cubicBezTo>
                  <a:pt x="42355" y="7949"/>
                  <a:pt x="47696" y="13290"/>
                  <a:pt x="47696" y="19873"/>
                </a:cubicBezTo>
                <a:lnTo>
                  <a:pt x="47696" y="23848"/>
                </a:lnTo>
                <a:lnTo>
                  <a:pt x="79493" y="23848"/>
                </a:lnTo>
                <a:lnTo>
                  <a:pt x="79493" y="19873"/>
                </a:lnTo>
                <a:cubicBezTo>
                  <a:pt x="79493" y="13290"/>
                  <a:pt x="84834" y="7949"/>
                  <a:pt x="91417" y="7949"/>
                </a:cubicBezTo>
                <a:lnTo>
                  <a:pt x="115265" y="7949"/>
                </a:lnTo>
                <a:cubicBezTo>
                  <a:pt x="121848" y="7949"/>
                  <a:pt x="127189" y="13290"/>
                  <a:pt x="127189" y="19873"/>
                </a:cubicBezTo>
                <a:lnTo>
                  <a:pt x="127189" y="43721"/>
                </a:lnTo>
                <a:cubicBezTo>
                  <a:pt x="127189" y="50304"/>
                  <a:pt x="121848" y="55645"/>
                  <a:pt x="115265" y="55645"/>
                </a:cubicBezTo>
                <a:lnTo>
                  <a:pt x="91417" y="55645"/>
                </a:lnTo>
                <a:cubicBezTo>
                  <a:pt x="84834" y="55645"/>
                  <a:pt x="79493" y="50304"/>
                  <a:pt x="79493" y="43721"/>
                </a:cubicBezTo>
                <a:lnTo>
                  <a:pt x="79493" y="39747"/>
                </a:lnTo>
                <a:lnTo>
                  <a:pt x="47696" y="39747"/>
                </a:lnTo>
                <a:lnTo>
                  <a:pt x="47696" y="43721"/>
                </a:lnTo>
                <a:cubicBezTo>
                  <a:pt x="47696" y="45535"/>
                  <a:pt x="47274" y="47274"/>
                  <a:pt x="46553" y="48814"/>
                </a:cubicBezTo>
                <a:lnTo>
                  <a:pt x="63595" y="71544"/>
                </a:lnTo>
                <a:lnTo>
                  <a:pt x="83468" y="71544"/>
                </a:lnTo>
                <a:cubicBezTo>
                  <a:pt x="90051" y="71544"/>
                  <a:pt x="95392" y="76885"/>
                  <a:pt x="95392" y="83468"/>
                </a:cubicBezTo>
                <a:lnTo>
                  <a:pt x="95392" y="107316"/>
                </a:lnTo>
                <a:cubicBezTo>
                  <a:pt x="95392" y="113899"/>
                  <a:pt x="90051" y="119240"/>
                  <a:pt x="83468" y="119240"/>
                </a:cubicBezTo>
                <a:lnTo>
                  <a:pt x="59620" y="119240"/>
                </a:lnTo>
                <a:cubicBezTo>
                  <a:pt x="53037" y="119240"/>
                  <a:pt x="47696" y="113899"/>
                  <a:pt x="47696" y="107316"/>
                </a:cubicBezTo>
                <a:lnTo>
                  <a:pt x="47696" y="83468"/>
                </a:lnTo>
                <a:cubicBezTo>
                  <a:pt x="47696" y="81655"/>
                  <a:pt x="48118" y="79916"/>
                  <a:pt x="48839" y="78375"/>
                </a:cubicBezTo>
                <a:lnTo>
                  <a:pt x="31797" y="55645"/>
                </a:lnTo>
                <a:lnTo>
                  <a:pt x="11924" y="55645"/>
                </a:lnTo>
                <a:cubicBezTo>
                  <a:pt x="5341" y="55645"/>
                  <a:pt x="0" y="50304"/>
                  <a:pt x="0" y="43721"/>
                </a:cubicBezTo>
                <a:lnTo>
                  <a:pt x="0" y="1987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0" name="Text 78"/>
          <p:cNvSpPr/>
          <p:nvPr/>
        </p:nvSpPr>
        <p:spPr>
          <a:xfrm>
            <a:off x="6648657" y="6191392"/>
            <a:ext cx="227375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项目管理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433137" y="6445770"/>
            <a:ext cx="2480191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迭代式开发，每阶段功能验证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36471" y="6082373"/>
            <a:ext cx="2643720" cy="617776"/>
          </a:xfrm>
          <a:custGeom>
            <a:avLst/>
            <a:gdLst/>
            <a:ahLst/>
            <a:cxnLst/>
            <a:rect l="l" t="t" r="r" b="b"/>
            <a:pathLst>
              <a:path w="2643720" h="617776">
                <a:moveTo>
                  <a:pt x="72681" y="0"/>
                </a:moveTo>
                <a:lnTo>
                  <a:pt x="2571038" y="0"/>
                </a:lnTo>
                <a:cubicBezTo>
                  <a:pt x="2611179" y="0"/>
                  <a:pt x="2643720" y="32541"/>
                  <a:pt x="2643720" y="72681"/>
                </a:cubicBezTo>
                <a:lnTo>
                  <a:pt x="2643720" y="545095"/>
                </a:lnTo>
                <a:cubicBezTo>
                  <a:pt x="2643720" y="585236"/>
                  <a:pt x="2611179" y="617776"/>
                  <a:pt x="2571038" y="617776"/>
                </a:cubicBezTo>
                <a:lnTo>
                  <a:pt x="72681" y="617776"/>
                </a:lnTo>
                <a:cubicBezTo>
                  <a:pt x="32541" y="617776"/>
                  <a:pt x="0" y="585236"/>
                  <a:pt x="0" y="54509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163660" y="6209562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15899" y="15899"/>
                </a:moveTo>
                <a:cubicBezTo>
                  <a:pt x="15899" y="11502"/>
                  <a:pt x="12346" y="7949"/>
                  <a:pt x="7949" y="7949"/>
                </a:cubicBezTo>
                <a:cubicBezTo>
                  <a:pt x="3552" y="7949"/>
                  <a:pt x="0" y="11502"/>
                  <a:pt x="0" y="15899"/>
                </a:cubicBezTo>
                <a:lnTo>
                  <a:pt x="0" y="99367"/>
                </a:lnTo>
                <a:cubicBezTo>
                  <a:pt x="0" y="110347"/>
                  <a:pt x="8893" y="119240"/>
                  <a:pt x="19873" y="119240"/>
                </a:cubicBezTo>
                <a:lnTo>
                  <a:pt x="119240" y="119240"/>
                </a:lnTo>
                <a:cubicBezTo>
                  <a:pt x="123637" y="119240"/>
                  <a:pt x="127189" y="115688"/>
                  <a:pt x="127189" y="111291"/>
                </a:cubicBezTo>
                <a:cubicBezTo>
                  <a:pt x="127189" y="106894"/>
                  <a:pt x="123637" y="103341"/>
                  <a:pt x="119240" y="103341"/>
                </a:cubicBezTo>
                <a:lnTo>
                  <a:pt x="19873" y="103341"/>
                </a:lnTo>
                <a:cubicBezTo>
                  <a:pt x="17687" y="103341"/>
                  <a:pt x="15899" y="101553"/>
                  <a:pt x="15899" y="99367"/>
                </a:cubicBezTo>
                <a:lnTo>
                  <a:pt x="15899" y="15899"/>
                </a:lnTo>
                <a:close/>
                <a:moveTo>
                  <a:pt x="116905" y="37412"/>
                </a:moveTo>
                <a:cubicBezTo>
                  <a:pt x="120010" y="34306"/>
                  <a:pt x="120010" y="29263"/>
                  <a:pt x="116905" y="26158"/>
                </a:cubicBezTo>
                <a:cubicBezTo>
                  <a:pt x="113800" y="23053"/>
                  <a:pt x="108757" y="23053"/>
                  <a:pt x="105652" y="26158"/>
                </a:cubicBezTo>
                <a:lnTo>
                  <a:pt x="79493" y="52341"/>
                </a:lnTo>
                <a:lnTo>
                  <a:pt x="65234" y="38107"/>
                </a:lnTo>
                <a:cubicBezTo>
                  <a:pt x="62129" y="35002"/>
                  <a:pt x="57086" y="35002"/>
                  <a:pt x="53981" y="38107"/>
                </a:cubicBezTo>
                <a:lnTo>
                  <a:pt x="30133" y="61955"/>
                </a:lnTo>
                <a:cubicBezTo>
                  <a:pt x="27028" y="65060"/>
                  <a:pt x="27028" y="70103"/>
                  <a:pt x="30133" y="73208"/>
                </a:cubicBezTo>
                <a:cubicBezTo>
                  <a:pt x="33238" y="76314"/>
                  <a:pt x="38281" y="76314"/>
                  <a:pt x="41386" y="73208"/>
                </a:cubicBezTo>
                <a:lnTo>
                  <a:pt x="59620" y="54975"/>
                </a:lnTo>
                <a:lnTo>
                  <a:pt x="73879" y="69234"/>
                </a:lnTo>
                <a:cubicBezTo>
                  <a:pt x="76984" y="72339"/>
                  <a:pt x="82027" y="72339"/>
                  <a:pt x="85132" y="69234"/>
                </a:cubicBezTo>
                <a:lnTo>
                  <a:pt x="116930" y="3743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4" name="Text 82"/>
          <p:cNvSpPr/>
          <p:nvPr/>
        </p:nvSpPr>
        <p:spPr>
          <a:xfrm>
            <a:off x="9361011" y="6191392"/>
            <a:ext cx="227375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工程能力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145490" y="6445770"/>
            <a:ext cx="2480191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卡尔曼滤波调参与多线程编程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345" y="402897"/>
            <a:ext cx="350345" cy="350345"/>
          </a:xfrm>
          <a:custGeom>
            <a:avLst/>
            <a:gdLst/>
            <a:ahLst/>
            <a:cxnLst/>
            <a:rect l="l" t="t" r="r" b="b"/>
            <a:pathLst>
              <a:path w="350345" h="350345">
                <a:moveTo>
                  <a:pt x="70069" y="0"/>
                </a:moveTo>
                <a:lnTo>
                  <a:pt x="280276" y="0"/>
                </a:lnTo>
                <a:cubicBezTo>
                  <a:pt x="318974" y="0"/>
                  <a:pt x="350345" y="31371"/>
                  <a:pt x="350345" y="70069"/>
                </a:cubicBezTo>
                <a:lnTo>
                  <a:pt x="350345" y="280276"/>
                </a:lnTo>
                <a:cubicBezTo>
                  <a:pt x="350345" y="318974"/>
                  <a:pt x="318974" y="350345"/>
                  <a:pt x="280276" y="350345"/>
                </a:cubicBezTo>
                <a:lnTo>
                  <a:pt x="70069" y="350345"/>
                </a:lnTo>
                <a:cubicBezTo>
                  <a:pt x="31371" y="350345"/>
                  <a:pt x="0" y="318974"/>
                  <a:pt x="0" y="280276"/>
                </a:cubicBezTo>
                <a:lnTo>
                  <a:pt x="0" y="70069"/>
                </a:lnTo>
                <a:cubicBezTo>
                  <a:pt x="0" y="31397"/>
                  <a:pt x="31397" y="0"/>
                  <a:pt x="7006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8879" y="499241"/>
            <a:ext cx="157655" cy="157655"/>
          </a:xfrm>
          <a:custGeom>
            <a:avLst/>
            <a:gdLst/>
            <a:ahLst/>
            <a:cxnLst/>
            <a:rect l="l" t="t" r="r" b="b"/>
            <a:pathLst>
              <a:path w="157655" h="157655">
                <a:moveTo>
                  <a:pt x="39414" y="98534"/>
                </a:moveTo>
                <a:lnTo>
                  <a:pt x="7544" y="98534"/>
                </a:lnTo>
                <a:cubicBezTo>
                  <a:pt x="-123" y="98534"/>
                  <a:pt x="-4834" y="90190"/>
                  <a:pt x="-893" y="83600"/>
                </a:cubicBezTo>
                <a:lnTo>
                  <a:pt x="15396" y="56442"/>
                </a:lnTo>
                <a:cubicBezTo>
                  <a:pt x="18075" y="51977"/>
                  <a:pt x="22878" y="49267"/>
                  <a:pt x="28082" y="49267"/>
                </a:cubicBezTo>
                <a:lnTo>
                  <a:pt x="57335" y="49267"/>
                </a:lnTo>
                <a:cubicBezTo>
                  <a:pt x="80767" y="9576"/>
                  <a:pt x="115716" y="7575"/>
                  <a:pt x="139088" y="10993"/>
                </a:cubicBezTo>
                <a:cubicBezTo>
                  <a:pt x="143029" y="11578"/>
                  <a:pt x="146108" y="14657"/>
                  <a:pt x="146662" y="18568"/>
                </a:cubicBezTo>
                <a:cubicBezTo>
                  <a:pt x="150080" y="41939"/>
                  <a:pt x="148079" y="76888"/>
                  <a:pt x="108388" y="100320"/>
                </a:cubicBezTo>
                <a:lnTo>
                  <a:pt x="108388" y="129573"/>
                </a:lnTo>
                <a:cubicBezTo>
                  <a:pt x="108388" y="134777"/>
                  <a:pt x="105678" y="139580"/>
                  <a:pt x="101213" y="142259"/>
                </a:cubicBezTo>
                <a:lnTo>
                  <a:pt x="74055" y="158548"/>
                </a:lnTo>
                <a:cubicBezTo>
                  <a:pt x="67496" y="162490"/>
                  <a:pt x="59121" y="157748"/>
                  <a:pt x="59121" y="150111"/>
                </a:cubicBezTo>
                <a:lnTo>
                  <a:pt x="59121" y="118241"/>
                </a:lnTo>
                <a:cubicBezTo>
                  <a:pt x="59121" y="107372"/>
                  <a:pt x="50283" y="98534"/>
                  <a:pt x="39414" y="98534"/>
                </a:cubicBezTo>
                <a:lnTo>
                  <a:pt x="39383" y="98534"/>
                </a:lnTo>
                <a:close/>
                <a:moveTo>
                  <a:pt x="123168" y="49267"/>
                </a:moveTo>
                <a:cubicBezTo>
                  <a:pt x="123168" y="41110"/>
                  <a:pt x="116545" y="34487"/>
                  <a:pt x="108388" y="34487"/>
                </a:cubicBezTo>
                <a:cubicBezTo>
                  <a:pt x="100231" y="34487"/>
                  <a:pt x="93608" y="41110"/>
                  <a:pt x="93608" y="49267"/>
                </a:cubicBezTo>
                <a:cubicBezTo>
                  <a:pt x="93608" y="57425"/>
                  <a:pt x="100231" y="64047"/>
                  <a:pt x="108388" y="64047"/>
                </a:cubicBezTo>
                <a:cubicBezTo>
                  <a:pt x="116545" y="64047"/>
                  <a:pt x="123168" y="57425"/>
                  <a:pt x="123168" y="4926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05793" y="350345"/>
            <a:ext cx="2942897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8" b="1" spc="41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5793" y="490483"/>
            <a:ext cx="3021724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未来展望——这不是终点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4724" y="985345"/>
            <a:ext cx="5666828" cy="3398345"/>
          </a:xfrm>
          <a:custGeom>
            <a:avLst/>
            <a:gdLst/>
            <a:ahLst/>
            <a:cxnLst/>
            <a:rect l="l" t="t" r="r" b="b"/>
            <a:pathLst>
              <a:path w="5666828" h="3398345">
                <a:moveTo>
                  <a:pt x="105111" y="0"/>
                </a:moveTo>
                <a:lnTo>
                  <a:pt x="5561717" y="0"/>
                </a:lnTo>
                <a:cubicBezTo>
                  <a:pt x="5619768" y="0"/>
                  <a:pt x="5666828" y="47060"/>
                  <a:pt x="5666828" y="105111"/>
                </a:cubicBezTo>
                <a:lnTo>
                  <a:pt x="5666828" y="3293234"/>
                </a:lnTo>
                <a:cubicBezTo>
                  <a:pt x="5666828" y="3351285"/>
                  <a:pt x="5619768" y="3398345"/>
                  <a:pt x="5561717" y="3398345"/>
                </a:cubicBezTo>
                <a:lnTo>
                  <a:pt x="105111" y="3398345"/>
                </a:lnTo>
                <a:cubicBezTo>
                  <a:pt x="47060" y="3398345"/>
                  <a:pt x="0" y="3351285"/>
                  <a:pt x="0" y="3293234"/>
                </a:cubicBezTo>
                <a:lnTo>
                  <a:pt x="0" y="105111"/>
                </a:lnTo>
                <a:cubicBezTo>
                  <a:pt x="0" y="47099"/>
                  <a:pt x="47099" y="0"/>
                  <a:pt x="10511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138" y="1164897"/>
            <a:ext cx="175172" cy="175172"/>
          </a:xfrm>
          <a:custGeom>
            <a:avLst/>
            <a:gdLst/>
            <a:ahLst/>
            <a:cxnLst/>
            <a:rect l="l" t="t" r="r" b="b"/>
            <a:pathLst>
              <a:path w="175172" h="175172">
                <a:moveTo>
                  <a:pt x="171956" y="95318"/>
                </a:moveTo>
                <a:cubicBezTo>
                  <a:pt x="176233" y="91042"/>
                  <a:pt x="176233" y="84096"/>
                  <a:pt x="171956" y="79820"/>
                </a:cubicBezTo>
                <a:lnTo>
                  <a:pt x="117215" y="25078"/>
                </a:lnTo>
                <a:cubicBezTo>
                  <a:pt x="112938" y="20802"/>
                  <a:pt x="105993" y="20802"/>
                  <a:pt x="101716" y="25078"/>
                </a:cubicBezTo>
                <a:cubicBezTo>
                  <a:pt x="97440" y="29355"/>
                  <a:pt x="97440" y="36300"/>
                  <a:pt x="101716" y="40577"/>
                </a:cubicBezTo>
                <a:lnTo>
                  <a:pt x="137777" y="76638"/>
                </a:lnTo>
                <a:lnTo>
                  <a:pt x="10948" y="76638"/>
                </a:lnTo>
                <a:cubicBezTo>
                  <a:pt x="4893" y="76638"/>
                  <a:pt x="0" y="81530"/>
                  <a:pt x="0" y="87586"/>
                </a:cubicBezTo>
                <a:cubicBezTo>
                  <a:pt x="0" y="93642"/>
                  <a:pt x="4893" y="98534"/>
                  <a:pt x="10948" y="98534"/>
                </a:cubicBezTo>
                <a:lnTo>
                  <a:pt x="137777" y="98534"/>
                </a:lnTo>
                <a:lnTo>
                  <a:pt x="101716" y="134595"/>
                </a:lnTo>
                <a:cubicBezTo>
                  <a:pt x="97440" y="138872"/>
                  <a:pt x="97440" y="145817"/>
                  <a:pt x="101716" y="150094"/>
                </a:cubicBezTo>
                <a:cubicBezTo>
                  <a:pt x="105993" y="154371"/>
                  <a:pt x="112938" y="154371"/>
                  <a:pt x="117215" y="150094"/>
                </a:cubicBezTo>
                <a:lnTo>
                  <a:pt x="171956" y="9535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18207" y="1129862"/>
            <a:ext cx="524641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下一步优化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6759" y="1480207"/>
            <a:ext cx="5360276" cy="875862"/>
          </a:xfrm>
          <a:custGeom>
            <a:avLst/>
            <a:gdLst/>
            <a:ahLst/>
            <a:cxnLst/>
            <a:rect l="l" t="t" r="r" b="b"/>
            <a:pathLst>
              <a:path w="5360276" h="875862">
                <a:moveTo>
                  <a:pt x="35034" y="0"/>
                </a:moveTo>
                <a:lnTo>
                  <a:pt x="5290207" y="0"/>
                </a:lnTo>
                <a:cubicBezTo>
                  <a:pt x="5328905" y="0"/>
                  <a:pt x="5360276" y="31371"/>
                  <a:pt x="5360276" y="70069"/>
                </a:cubicBezTo>
                <a:lnTo>
                  <a:pt x="5360276" y="805793"/>
                </a:lnTo>
                <a:cubicBezTo>
                  <a:pt x="5360276" y="844491"/>
                  <a:pt x="5328905" y="875862"/>
                  <a:pt x="5290207" y="875862"/>
                </a:cubicBezTo>
                <a:lnTo>
                  <a:pt x="35034" y="875862"/>
                </a:lnTo>
                <a:cubicBezTo>
                  <a:pt x="15685" y="875862"/>
                  <a:pt x="0" y="860177"/>
                  <a:pt x="0" y="840828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6759" y="1480207"/>
            <a:ext cx="35034" cy="875862"/>
          </a:xfrm>
          <a:custGeom>
            <a:avLst/>
            <a:gdLst/>
            <a:ahLst/>
            <a:cxnLst/>
            <a:rect l="l" t="t" r="r" b="b"/>
            <a:pathLst>
              <a:path w="35034" h="875862">
                <a:moveTo>
                  <a:pt x="35034" y="0"/>
                </a:moveTo>
                <a:lnTo>
                  <a:pt x="35034" y="0"/>
                </a:lnTo>
                <a:lnTo>
                  <a:pt x="35034" y="875862"/>
                </a:lnTo>
                <a:lnTo>
                  <a:pt x="35034" y="875862"/>
                </a:lnTo>
                <a:cubicBezTo>
                  <a:pt x="15685" y="875862"/>
                  <a:pt x="0" y="860177"/>
                  <a:pt x="0" y="840828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Shape 9"/>
          <p:cNvSpPr/>
          <p:nvPr/>
        </p:nvSpPr>
        <p:spPr>
          <a:xfrm>
            <a:off x="639379" y="1585310"/>
            <a:ext cx="350345" cy="350345"/>
          </a:xfrm>
          <a:custGeom>
            <a:avLst/>
            <a:gdLst/>
            <a:ahLst/>
            <a:cxnLst/>
            <a:rect l="l" t="t" r="r" b="b"/>
            <a:pathLst>
              <a:path w="350345" h="350345">
                <a:moveTo>
                  <a:pt x="175172" y="0"/>
                </a:moveTo>
                <a:lnTo>
                  <a:pt x="175172" y="0"/>
                </a:lnTo>
                <a:cubicBezTo>
                  <a:pt x="271853" y="0"/>
                  <a:pt x="350345" y="78492"/>
                  <a:pt x="350345" y="175172"/>
                </a:cubicBezTo>
                <a:lnTo>
                  <a:pt x="350345" y="175172"/>
                </a:lnTo>
                <a:cubicBezTo>
                  <a:pt x="350345" y="271853"/>
                  <a:pt x="271853" y="350345"/>
                  <a:pt x="175172" y="350345"/>
                </a:cubicBezTo>
                <a:lnTo>
                  <a:pt x="175172" y="350345"/>
                </a:lnTo>
                <a:cubicBezTo>
                  <a:pt x="78492" y="350345"/>
                  <a:pt x="0" y="271853"/>
                  <a:pt x="0" y="175172"/>
                </a:cubicBezTo>
                <a:lnTo>
                  <a:pt x="0" y="175172"/>
                </a:lnTo>
                <a:cubicBezTo>
                  <a:pt x="0" y="78492"/>
                  <a:pt x="78492" y="0"/>
                  <a:pt x="17517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5724" y="1690414"/>
            <a:ext cx="157655" cy="140138"/>
          </a:xfrm>
          <a:custGeom>
            <a:avLst/>
            <a:gdLst/>
            <a:ahLst/>
            <a:cxnLst/>
            <a:rect l="l" t="t" r="r" b="b"/>
            <a:pathLst>
              <a:path w="157655" h="140138">
                <a:moveTo>
                  <a:pt x="78828" y="8759"/>
                </a:moveTo>
                <a:cubicBezTo>
                  <a:pt x="56712" y="8759"/>
                  <a:pt x="39003" y="18831"/>
                  <a:pt x="26112" y="30819"/>
                </a:cubicBezTo>
                <a:cubicBezTo>
                  <a:pt x="13302" y="42726"/>
                  <a:pt x="4735" y="56931"/>
                  <a:pt x="657" y="66702"/>
                </a:cubicBezTo>
                <a:cubicBezTo>
                  <a:pt x="-246" y="68865"/>
                  <a:pt x="-246" y="71273"/>
                  <a:pt x="657" y="73436"/>
                </a:cubicBezTo>
                <a:cubicBezTo>
                  <a:pt x="4735" y="83207"/>
                  <a:pt x="13302" y="97440"/>
                  <a:pt x="26112" y="109319"/>
                </a:cubicBezTo>
                <a:cubicBezTo>
                  <a:pt x="39003" y="121280"/>
                  <a:pt x="56712" y="131379"/>
                  <a:pt x="78828" y="131379"/>
                </a:cubicBezTo>
                <a:cubicBezTo>
                  <a:pt x="100943" y="131379"/>
                  <a:pt x="118652" y="121307"/>
                  <a:pt x="131544" y="109319"/>
                </a:cubicBezTo>
                <a:cubicBezTo>
                  <a:pt x="144353" y="97412"/>
                  <a:pt x="152920" y="83207"/>
                  <a:pt x="156998" y="73436"/>
                </a:cubicBezTo>
                <a:cubicBezTo>
                  <a:pt x="157902" y="71273"/>
                  <a:pt x="157902" y="68865"/>
                  <a:pt x="156998" y="66702"/>
                </a:cubicBezTo>
                <a:cubicBezTo>
                  <a:pt x="152920" y="56931"/>
                  <a:pt x="144353" y="42698"/>
                  <a:pt x="131544" y="30819"/>
                </a:cubicBezTo>
                <a:cubicBezTo>
                  <a:pt x="118652" y="18858"/>
                  <a:pt x="100943" y="8759"/>
                  <a:pt x="78828" y="8759"/>
                </a:cubicBezTo>
                <a:close/>
                <a:moveTo>
                  <a:pt x="39414" y="70069"/>
                </a:moveTo>
                <a:cubicBezTo>
                  <a:pt x="39414" y="48316"/>
                  <a:pt x="57075" y="30655"/>
                  <a:pt x="78828" y="30655"/>
                </a:cubicBezTo>
                <a:cubicBezTo>
                  <a:pt x="100581" y="30655"/>
                  <a:pt x="118241" y="48316"/>
                  <a:pt x="118241" y="70069"/>
                </a:cubicBezTo>
                <a:cubicBezTo>
                  <a:pt x="118241" y="91822"/>
                  <a:pt x="100581" y="109483"/>
                  <a:pt x="78828" y="109483"/>
                </a:cubicBezTo>
                <a:cubicBezTo>
                  <a:pt x="57075" y="109483"/>
                  <a:pt x="39414" y="91822"/>
                  <a:pt x="39414" y="70069"/>
                </a:cubicBezTo>
                <a:close/>
                <a:moveTo>
                  <a:pt x="78828" y="52552"/>
                </a:moveTo>
                <a:cubicBezTo>
                  <a:pt x="78828" y="62214"/>
                  <a:pt x="70972" y="70069"/>
                  <a:pt x="61310" y="70069"/>
                </a:cubicBezTo>
                <a:cubicBezTo>
                  <a:pt x="58163" y="70069"/>
                  <a:pt x="55207" y="69248"/>
                  <a:pt x="52634" y="67770"/>
                </a:cubicBezTo>
                <a:cubicBezTo>
                  <a:pt x="52360" y="70753"/>
                  <a:pt x="52606" y="73819"/>
                  <a:pt x="53428" y="76857"/>
                </a:cubicBezTo>
                <a:cubicBezTo>
                  <a:pt x="57177" y="90871"/>
                  <a:pt x="71602" y="99191"/>
                  <a:pt x="85616" y="95442"/>
                </a:cubicBezTo>
                <a:cubicBezTo>
                  <a:pt x="99629" y="91692"/>
                  <a:pt x="107950" y="77267"/>
                  <a:pt x="104200" y="63254"/>
                </a:cubicBezTo>
                <a:cubicBezTo>
                  <a:pt x="100861" y="50745"/>
                  <a:pt x="89009" y="42780"/>
                  <a:pt x="76528" y="43875"/>
                </a:cubicBezTo>
                <a:cubicBezTo>
                  <a:pt x="77979" y="46421"/>
                  <a:pt x="78828" y="49377"/>
                  <a:pt x="78828" y="5255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4828" y="1585310"/>
            <a:ext cx="4738414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引入深度感知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4828" y="1795517"/>
            <a:ext cx="4729655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引入双目视觉或深度相机提升Z轴精度，实现三维空间精准定位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4828" y="2036379"/>
            <a:ext cx="639379" cy="210207"/>
          </a:xfrm>
          <a:custGeom>
            <a:avLst/>
            <a:gdLst/>
            <a:ahLst/>
            <a:cxnLst/>
            <a:rect l="l" t="t" r="r" b="b"/>
            <a:pathLst>
              <a:path w="639379" h="210207">
                <a:moveTo>
                  <a:pt x="35035" y="0"/>
                </a:moveTo>
                <a:lnTo>
                  <a:pt x="604344" y="0"/>
                </a:lnTo>
                <a:cubicBezTo>
                  <a:pt x="623694" y="0"/>
                  <a:pt x="639379" y="15686"/>
                  <a:pt x="639379" y="35035"/>
                </a:cubicBezTo>
                <a:lnTo>
                  <a:pt x="639379" y="175172"/>
                </a:lnTo>
                <a:cubicBezTo>
                  <a:pt x="639379" y="194521"/>
                  <a:pt x="623694" y="210207"/>
                  <a:pt x="604344" y="210207"/>
                </a:cubicBezTo>
                <a:lnTo>
                  <a:pt x="35035" y="210207"/>
                </a:lnTo>
                <a:cubicBezTo>
                  <a:pt x="15699" y="210207"/>
                  <a:pt x="0" y="194508"/>
                  <a:pt x="0" y="175172"/>
                </a:cubicBezTo>
                <a:lnTo>
                  <a:pt x="0" y="35035"/>
                </a:lnTo>
                <a:cubicBezTo>
                  <a:pt x="0" y="15699"/>
                  <a:pt x="15699" y="0"/>
                  <a:pt x="3503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4828" y="2036379"/>
            <a:ext cx="691931" cy="210207"/>
          </a:xfrm>
          <a:prstGeom prst="rect">
            <a:avLst/>
          </a:prstGeom>
          <a:noFill/>
          <a:ln/>
        </p:spPr>
        <p:txBody>
          <a:bodyPr wrap="square" lIns="70069" tIns="35034" rIns="70069" bIns="35034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RealSense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02497" y="2036379"/>
            <a:ext cx="490483" cy="210207"/>
          </a:xfrm>
          <a:custGeom>
            <a:avLst/>
            <a:gdLst/>
            <a:ahLst/>
            <a:cxnLst/>
            <a:rect l="l" t="t" r="r" b="b"/>
            <a:pathLst>
              <a:path w="490483" h="210207">
                <a:moveTo>
                  <a:pt x="35035" y="0"/>
                </a:moveTo>
                <a:lnTo>
                  <a:pt x="455448" y="0"/>
                </a:lnTo>
                <a:cubicBezTo>
                  <a:pt x="474797" y="0"/>
                  <a:pt x="490483" y="15686"/>
                  <a:pt x="490483" y="35035"/>
                </a:cubicBezTo>
                <a:lnTo>
                  <a:pt x="490483" y="175172"/>
                </a:lnTo>
                <a:cubicBezTo>
                  <a:pt x="490483" y="194521"/>
                  <a:pt x="474797" y="210207"/>
                  <a:pt x="455448" y="210207"/>
                </a:cubicBezTo>
                <a:lnTo>
                  <a:pt x="35035" y="210207"/>
                </a:lnTo>
                <a:cubicBezTo>
                  <a:pt x="15699" y="210207"/>
                  <a:pt x="0" y="194508"/>
                  <a:pt x="0" y="175172"/>
                </a:cubicBezTo>
                <a:lnTo>
                  <a:pt x="0" y="35035"/>
                </a:lnTo>
                <a:cubicBezTo>
                  <a:pt x="0" y="15699"/>
                  <a:pt x="15699" y="0"/>
                  <a:pt x="3503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802497" y="2036379"/>
            <a:ext cx="543034" cy="210207"/>
          </a:xfrm>
          <a:prstGeom prst="rect">
            <a:avLst/>
          </a:prstGeom>
          <a:noFill/>
          <a:ln/>
        </p:spPr>
        <p:txBody>
          <a:bodyPr wrap="square" lIns="70069" tIns="35034" rIns="70069" bIns="35034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3D定位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6759" y="2421759"/>
            <a:ext cx="5360276" cy="875862"/>
          </a:xfrm>
          <a:custGeom>
            <a:avLst/>
            <a:gdLst/>
            <a:ahLst/>
            <a:cxnLst/>
            <a:rect l="l" t="t" r="r" b="b"/>
            <a:pathLst>
              <a:path w="5360276" h="875862">
                <a:moveTo>
                  <a:pt x="35034" y="0"/>
                </a:moveTo>
                <a:lnTo>
                  <a:pt x="5290207" y="0"/>
                </a:lnTo>
                <a:cubicBezTo>
                  <a:pt x="5328905" y="0"/>
                  <a:pt x="5360276" y="31371"/>
                  <a:pt x="5360276" y="70069"/>
                </a:cubicBezTo>
                <a:lnTo>
                  <a:pt x="5360276" y="805793"/>
                </a:lnTo>
                <a:cubicBezTo>
                  <a:pt x="5360276" y="844491"/>
                  <a:pt x="5328905" y="875862"/>
                  <a:pt x="5290207" y="875862"/>
                </a:cubicBezTo>
                <a:lnTo>
                  <a:pt x="35034" y="875862"/>
                </a:lnTo>
                <a:cubicBezTo>
                  <a:pt x="15685" y="875862"/>
                  <a:pt x="0" y="860177"/>
                  <a:pt x="0" y="840828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6759" y="2421759"/>
            <a:ext cx="35034" cy="875862"/>
          </a:xfrm>
          <a:custGeom>
            <a:avLst/>
            <a:gdLst/>
            <a:ahLst/>
            <a:cxnLst/>
            <a:rect l="l" t="t" r="r" b="b"/>
            <a:pathLst>
              <a:path w="35034" h="875862">
                <a:moveTo>
                  <a:pt x="35034" y="0"/>
                </a:moveTo>
                <a:lnTo>
                  <a:pt x="35034" y="0"/>
                </a:lnTo>
                <a:lnTo>
                  <a:pt x="35034" y="875862"/>
                </a:lnTo>
                <a:lnTo>
                  <a:pt x="35034" y="875862"/>
                </a:lnTo>
                <a:cubicBezTo>
                  <a:pt x="15685" y="875862"/>
                  <a:pt x="0" y="860177"/>
                  <a:pt x="0" y="840828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9379" y="2526862"/>
            <a:ext cx="350345" cy="350345"/>
          </a:xfrm>
          <a:custGeom>
            <a:avLst/>
            <a:gdLst/>
            <a:ahLst/>
            <a:cxnLst/>
            <a:rect l="l" t="t" r="r" b="b"/>
            <a:pathLst>
              <a:path w="350345" h="350345">
                <a:moveTo>
                  <a:pt x="175172" y="0"/>
                </a:moveTo>
                <a:lnTo>
                  <a:pt x="175172" y="0"/>
                </a:lnTo>
                <a:cubicBezTo>
                  <a:pt x="271853" y="0"/>
                  <a:pt x="350345" y="78492"/>
                  <a:pt x="350345" y="175172"/>
                </a:cubicBezTo>
                <a:lnTo>
                  <a:pt x="350345" y="175172"/>
                </a:lnTo>
                <a:cubicBezTo>
                  <a:pt x="350345" y="271853"/>
                  <a:pt x="271853" y="350345"/>
                  <a:pt x="175172" y="350345"/>
                </a:cubicBezTo>
                <a:lnTo>
                  <a:pt x="175172" y="350345"/>
                </a:lnTo>
                <a:cubicBezTo>
                  <a:pt x="78492" y="350345"/>
                  <a:pt x="0" y="271853"/>
                  <a:pt x="0" y="175172"/>
                </a:cubicBezTo>
                <a:lnTo>
                  <a:pt x="0" y="175172"/>
                </a:lnTo>
                <a:cubicBezTo>
                  <a:pt x="0" y="78492"/>
                  <a:pt x="78492" y="0"/>
                  <a:pt x="17517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4483" y="2631966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48172" y="6569"/>
                </a:moveTo>
                <a:cubicBezTo>
                  <a:pt x="48172" y="2929"/>
                  <a:pt x="45244" y="0"/>
                  <a:pt x="41603" y="0"/>
                </a:cubicBezTo>
                <a:cubicBezTo>
                  <a:pt x="37963" y="0"/>
                  <a:pt x="35034" y="2929"/>
                  <a:pt x="35034" y="6569"/>
                </a:cubicBezTo>
                <a:lnTo>
                  <a:pt x="35034" y="17517"/>
                </a:lnTo>
                <a:cubicBezTo>
                  <a:pt x="25373" y="17517"/>
                  <a:pt x="17517" y="25373"/>
                  <a:pt x="17517" y="35034"/>
                </a:cubicBezTo>
                <a:lnTo>
                  <a:pt x="6569" y="35034"/>
                </a:lnTo>
                <a:cubicBezTo>
                  <a:pt x="2929" y="35034"/>
                  <a:pt x="0" y="37963"/>
                  <a:pt x="0" y="41603"/>
                </a:cubicBezTo>
                <a:cubicBezTo>
                  <a:pt x="0" y="45244"/>
                  <a:pt x="2929" y="48172"/>
                  <a:pt x="6569" y="48172"/>
                </a:cubicBezTo>
                <a:lnTo>
                  <a:pt x="17517" y="48172"/>
                </a:lnTo>
                <a:lnTo>
                  <a:pt x="17517" y="63500"/>
                </a:lnTo>
                <a:lnTo>
                  <a:pt x="6569" y="63500"/>
                </a:lnTo>
                <a:cubicBezTo>
                  <a:pt x="2929" y="63500"/>
                  <a:pt x="0" y="66429"/>
                  <a:pt x="0" y="70069"/>
                </a:cubicBezTo>
                <a:cubicBezTo>
                  <a:pt x="0" y="73709"/>
                  <a:pt x="2929" y="76638"/>
                  <a:pt x="6569" y="76638"/>
                </a:cubicBezTo>
                <a:lnTo>
                  <a:pt x="17517" y="76638"/>
                </a:lnTo>
                <a:lnTo>
                  <a:pt x="17517" y="91966"/>
                </a:lnTo>
                <a:lnTo>
                  <a:pt x="6569" y="91966"/>
                </a:lnTo>
                <a:cubicBezTo>
                  <a:pt x="2929" y="91966"/>
                  <a:pt x="0" y="94894"/>
                  <a:pt x="0" y="98534"/>
                </a:cubicBezTo>
                <a:cubicBezTo>
                  <a:pt x="0" y="102175"/>
                  <a:pt x="2929" y="105103"/>
                  <a:pt x="6569" y="105103"/>
                </a:cubicBezTo>
                <a:lnTo>
                  <a:pt x="17517" y="105103"/>
                </a:lnTo>
                <a:cubicBezTo>
                  <a:pt x="17517" y="114765"/>
                  <a:pt x="25373" y="122621"/>
                  <a:pt x="35034" y="122621"/>
                </a:cubicBezTo>
                <a:lnTo>
                  <a:pt x="35034" y="133569"/>
                </a:lnTo>
                <a:cubicBezTo>
                  <a:pt x="35034" y="137209"/>
                  <a:pt x="37963" y="140138"/>
                  <a:pt x="41603" y="140138"/>
                </a:cubicBezTo>
                <a:cubicBezTo>
                  <a:pt x="45244" y="140138"/>
                  <a:pt x="48172" y="137209"/>
                  <a:pt x="48172" y="133569"/>
                </a:cubicBezTo>
                <a:lnTo>
                  <a:pt x="48172" y="122621"/>
                </a:lnTo>
                <a:lnTo>
                  <a:pt x="63500" y="122621"/>
                </a:lnTo>
                <a:lnTo>
                  <a:pt x="63500" y="133569"/>
                </a:lnTo>
                <a:cubicBezTo>
                  <a:pt x="63500" y="137209"/>
                  <a:pt x="66429" y="140138"/>
                  <a:pt x="70069" y="140138"/>
                </a:cubicBezTo>
                <a:cubicBezTo>
                  <a:pt x="73709" y="140138"/>
                  <a:pt x="76638" y="137209"/>
                  <a:pt x="76638" y="133569"/>
                </a:cubicBezTo>
                <a:lnTo>
                  <a:pt x="76638" y="122621"/>
                </a:lnTo>
                <a:lnTo>
                  <a:pt x="91966" y="122621"/>
                </a:lnTo>
                <a:lnTo>
                  <a:pt x="91966" y="133569"/>
                </a:lnTo>
                <a:cubicBezTo>
                  <a:pt x="91966" y="137209"/>
                  <a:pt x="94894" y="140138"/>
                  <a:pt x="98534" y="140138"/>
                </a:cubicBezTo>
                <a:cubicBezTo>
                  <a:pt x="102175" y="140138"/>
                  <a:pt x="105103" y="137209"/>
                  <a:pt x="105103" y="133569"/>
                </a:cubicBezTo>
                <a:lnTo>
                  <a:pt x="105103" y="122621"/>
                </a:lnTo>
                <a:cubicBezTo>
                  <a:pt x="114765" y="122621"/>
                  <a:pt x="122621" y="114765"/>
                  <a:pt x="122621" y="105103"/>
                </a:cubicBezTo>
                <a:lnTo>
                  <a:pt x="133569" y="105103"/>
                </a:lnTo>
                <a:cubicBezTo>
                  <a:pt x="137209" y="105103"/>
                  <a:pt x="140138" y="102175"/>
                  <a:pt x="140138" y="98534"/>
                </a:cubicBezTo>
                <a:cubicBezTo>
                  <a:pt x="140138" y="94894"/>
                  <a:pt x="137209" y="91966"/>
                  <a:pt x="133569" y="91966"/>
                </a:cubicBezTo>
                <a:lnTo>
                  <a:pt x="122621" y="91966"/>
                </a:lnTo>
                <a:lnTo>
                  <a:pt x="122621" y="76638"/>
                </a:lnTo>
                <a:lnTo>
                  <a:pt x="133569" y="76638"/>
                </a:lnTo>
                <a:cubicBezTo>
                  <a:pt x="137209" y="76638"/>
                  <a:pt x="140138" y="73709"/>
                  <a:pt x="140138" y="70069"/>
                </a:cubicBezTo>
                <a:cubicBezTo>
                  <a:pt x="140138" y="66429"/>
                  <a:pt x="137209" y="63500"/>
                  <a:pt x="133569" y="63500"/>
                </a:cubicBezTo>
                <a:lnTo>
                  <a:pt x="122621" y="63500"/>
                </a:lnTo>
                <a:lnTo>
                  <a:pt x="122621" y="48172"/>
                </a:lnTo>
                <a:lnTo>
                  <a:pt x="133569" y="48172"/>
                </a:lnTo>
                <a:cubicBezTo>
                  <a:pt x="137209" y="48172"/>
                  <a:pt x="140138" y="45244"/>
                  <a:pt x="140138" y="41603"/>
                </a:cubicBezTo>
                <a:cubicBezTo>
                  <a:pt x="140138" y="37963"/>
                  <a:pt x="137209" y="35034"/>
                  <a:pt x="133569" y="35034"/>
                </a:cubicBezTo>
                <a:lnTo>
                  <a:pt x="122621" y="35034"/>
                </a:lnTo>
                <a:cubicBezTo>
                  <a:pt x="122621" y="25373"/>
                  <a:pt x="114765" y="17517"/>
                  <a:pt x="105103" y="17517"/>
                </a:cubicBezTo>
                <a:lnTo>
                  <a:pt x="105103" y="6569"/>
                </a:lnTo>
                <a:cubicBezTo>
                  <a:pt x="105103" y="2929"/>
                  <a:pt x="102175" y="0"/>
                  <a:pt x="98534" y="0"/>
                </a:cubicBezTo>
                <a:cubicBezTo>
                  <a:pt x="94894" y="0"/>
                  <a:pt x="91966" y="2929"/>
                  <a:pt x="91966" y="6569"/>
                </a:cubicBezTo>
                <a:lnTo>
                  <a:pt x="91966" y="17517"/>
                </a:lnTo>
                <a:lnTo>
                  <a:pt x="76638" y="17517"/>
                </a:lnTo>
                <a:lnTo>
                  <a:pt x="76638" y="6569"/>
                </a:lnTo>
                <a:cubicBezTo>
                  <a:pt x="76638" y="2929"/>
                  <a:pt x="73709" y="0"/>
                  <a:pt x="70069" y="0"/>
                </a:cubicBezTo>
                <a:cubicBezTo>
                  <a:pt x="66429" y="0"/>
                  <a:pt x="63500" y="2929"/>
                  <a:pt x="63500" y="6569"/>
                </a:cubicBezTo>
                <a:lnTo>
                  <a:pt x="63500" y="17517"/>
                </a:lnTo>
                <a:lnTo>
                  <a:pt x="48172" y="17517"/>
                </a:lnTo>
                <a:lnTo>
                  <a:pt x="48172" y="6569"/>
                </a:lnTo>
                <a:close/>
                <a:moveTo>
                  <a:pt x="43793" y="35034"/>
                </a:moveTo>
                <a:lnTo>
                  <a:pt x="96345" y="35034"/>
                </a:lnTo>
                <a:cubicBezTo>
                  <a:pt x="101189" y="35034"/>
                  <a:pt x="105103" y="38948"/>
                  <a:pt x="105103" y="43793"/>
                </a:cubicBezTo>
                <a:lnTo>
                  <a:pt x="105103" y="96345"/>
                </a:lnTo>
                <a:cubicBezTo>
                  <a:pt x="105103" y="101189"/>
                  <a:pt x="101189" y="105103"/>
                  <a:pt x="96345" y="105103"/>
                </a:cubicBezTo>
                <a:lnTo>
                  <a:pt x="43793" y="105103"/>
                </a:lnTo>
                <a:cubicBezTo>
                  <a:pt x="38948" y="105103"/>
                  <a:pt x="35034" y="101189"/>
                  <a:pt x="35034" y="96345"/>
                </a:cubicBezTo>
                <a:lnTo>
                  <a:pt x="35034" y="43793"/>
                </a:lnTo>
                <a:cubicBezTo>
                  <a:pt x="35034" y="38948"/>
                  <a:pt x="38948" y="35034"/>
                  <a:pt x="43793" y="35034"/>
                </a:cubicBezTo>
                <a:close/>
                <a:moveTo>
                  <a:pt x="48172" y="48172"/>
                </a:moveTo>
                <a:lnTo>
                  <a:pt x="48172" y="91966"/>
                </a:lnTo>
                <a:lnTo>
                  <a:pt x="91966" y="91966"/>
                </a:lnTo>
                <a:lnTo>
                  <a:pt x="91966" y="48172"/>
                </a:lnTo>
                <a:lnTo>
                  <a:pt x="48172" y="4817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4828" y="2526862"/>
            <a:ext cx="4738414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嵌入式平台迁移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4828" y="2737069"/>
            <a:ext cx="4729655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迁移至树莓派等嵌入式平台，实现完全便携化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4828" y="2977931"/>
            <a:ext cx="744483" cy="210207"/>
          </a:xfrm>
          <a:custGeom>
            <a:avLst/>
            <a:gdLst/>
            <a:ahLst/>
            <a:cxnLst/>
            <a:rect l="l" t="t" r="r" b="b"/>
            <a:pathLst>
              <a:path w="744483" h="210207">
                <a:moveTo>
                  <a:pt x="35035" y="0"/>
                </a:moveTo>
                <a:lnTo>
                  <a:pt x="709448" y="0"/>
                </a:lnTo>
                <a:cubicBezTo>
                  <a:pt x="728797" y="0"/>
                  <a:pt x="744483" y="15686"/>
                  <a:pt x="744483" y="35035"/>
                </a:cubicBezTo>
                <a:lnTo>
                  <a:pt x="744483" y="175172"/>
                </a:lnTo>
                <a:cubicBezTo>
                  <a:pt x="744483" y="194521"/>
                  <a:pt x="728797" y="210207"/>
                  <a:pt x="709448" y="210207"/>
                </a:cubicBezTo>
                <a:lnTo>
                  <a:pt x="35035" y="210207"/>
                </a:lnTo>
                <a:cubicBezTo>
                  <a:pt x="15699" y="210207"/>
                  <a:pt x="0" y="194508"/>
                  <a:pt x="0" y="175172"/>
                </a:cubicBezTo>
                <a:lnTo>
                  <a:pt x="0" y="35035"/>
                </a:lnTo>
                <a:cubicBezTo>
                  <a:pt x="0" y="15699"/>
                  <a:pt x="15699" y="0"/>
                  <a:pt x="3503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94828" y="2977931"/>
            <a:ext cx="797034" cy="210207"/>
          </a:xfrm>
          <a:prstGeom prst="rect">
            <a:avLst/>
          </a:prstGeom>
          <a:noFill/>
          <a:ln/>
        </p:spPr>
        <p:txBody>
          <a:bodyPr wrap="square" lIns="70069" tIns="35034" rIns="70069" bIns="35034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Raspberry Pi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913416" y="2977931"/>
            <a:ext cx="560552" cy="210207"/>
          </a:xfrm>
          <a:custGeom>
            <a:avLst/>
            <a:gdLst/>
            <a:ahLst/>
            <a:cxnLst/>
            <a:rect l="l" t="t" r="r" b="b"/>
            <a:pathLst>
              <a:path w="560552" h="210207">
                <a:moveTo>
                  <a:pt x="35035" y="0"/>
                </a:moveTo>
                <a:lnTo>
                  <a:pt x="525517" y="0"/>
                </a:lnTo>
                <a:cubicBezTo>
                  <a:pt x="544866" y="0"/>
                  <a:pt x="560552" y="15686"/>
                  <a:pt x="560552" y="35035"/>
                </a:cubicBezTo>
                <a:lnTo>
                  <a:pt x="560552" y="175172"/>
                </a:lnTo>
                <a:cubicBezTo>
                  <a:pt x="560552" y="194521"/>
                  <a:pt x="544866" y="210207"/>
                  <a:pt x="525517" y="210207"/>
                </a:cubicBezTo>
                <a:lnTo>
                  <a:pt x="35035" y="210207"/>
                </a:lnTo>
                <a:cubicBezTo>
                  <a:pt x="15699" y="210207"/>
                  <a:pt x="0" y="194508"/>
                  <a:pt x="0" y="175172"/>
                </a:cubicBezTo>
                <a:lnTo>
                  <a:pt x="0" y="35035"/>
                </a:lnTo>
                <a:cubicBezTo>
                  <a:pt x="0" y="15699"/>
                  <a:pt x="15699" y="0"/>
                  <a:pt x="3503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913416" y="2977931"/>
            <a:ext cx="613103" cy="210207"/>
          </a:xfrm>
          <a:prstGeom prst="rect">
            <a:avLst/>
          </a:prstGeom>
          <a:noFill/>
          <a:ln/>
        </p:spPr>
        <p:txBody>
          <a:bodyPr wrap="square" lIns="70069" tIns="35034" rIns="70069" bIns="35034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边缘计算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6759" y="3363310"/>
            <a:ext cx="5360276" cy="875862"/>
          </a:xfrm>
          <a:custGeom>
            <a:avLst/>
            <a:gdLst/>
            <a:ahLst/>
            <a:cxnLst/>
            <a:rect l="l" t="t" r="r" b="b"/>
            <a:pathLst>
              <a:path w="5360276" h="875862">
                <a:moveTo>
                  <a:pt x="35034" y="0"/>
                </a:moveTo>
                <a:lnTo>
                  <a:pt x="5290207" y="0"/>
                </a:lnTo>
                <a:cubicBezTo>
                  <a:pt x="5328905" y="0"/>
                  <a:pt x="5360276" y="31371"/>
                  <a:pt x="5360276" y="70069"/>
                </a:cubicBezTo>
                <a:lnTo>
                  <a:pt x="5360276" y="805793"/>
                </a:lnTo>
                <a:cubicBezTo>
                  <a:pt x="5360276" y="844491"/>
                  <a:pt x="5328905" y="875862"/>
                  <a:pt x="5290207" y="875862"/>
                </a:cubicBezTo>
                <a:lnTo>
                  <a:pt x="35034" y="875862"/>
                </a:lnTo>
                <a:cubicBezTo>
                  <a:pt x="15685" y="875862"/>
                  <a:pt x="0" y="860177"/>
                  <a:pt x="0" y="840828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6759" y="3363310"/>
            <a:ext cx="35034" cy="875862"/>
          </a:xfrm>
          <a:custGeom>
            <a:avLst/>
            <a:gdLst/>
            <a:ahLst/>
            <a:cxnLst/>
            <a:rect l="l" t="t" r="r" b="b"/>
            <a:pathLst>
              <a:path w="35034" h="875862">
                <a:moveTo>
                  <a:pt x="35034" y="0"/>
                </a:moveTo>
                <a:lnTo>
                  <a:pt x="35034" y="0"/>
                </a:lnTo>
                <a:lnTo>
                  <a:pt x="35034" y="875862"/>
                </a:lnTo>
                <a:lnTo>
                  <a:pt x="35034" y="875862"/>
                </a:lnTo>
                <a:cubicBezTo>
                  <a:pt x="15685" y="875862"/>
                  <a:pt x="0" y="860177"/>
                  <a:pt x="0" y="840828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9379" y="3468414"/>
            <a:ext cx="350345" cy="350345"/>
          </a:xfrm>
          <a:custGeom>
            <a:avLst/>
            <a:gdLst/>
            <a:ahLst/>
            <a:cxnLst/>
            <a:rect l="l" t="t" r="r" b="b"/>
            <a:pathLst>
              <a:path w="350345" h="350345">
                <a:moveTo>
                  <a:pt x="175172" y="0"/>
                </a:moveTo>
                <a:lnTo>
                  <a:pt x="175172" y="0"/>
                </a:lnTo>
                <a:cubicBezTo>
                  <a:pt x="271853" y="0"/>
                  <a:pt x="350345" y="78492"/>
                  <a:pt x="350345" y="175172"/>
                </a:cubicBezTo>
                <a:lnTo>
                  <a:pt x="350345" y="175172"/>
                </a:lnTo>
                <a:cubicBezTo>
                  <a:pt x="350345" y="271853"/>
                  <a:pt x="271853" y="350345"/>
                  <a:pt x="175172" y="350345"/>
                </a:cubicBezTo>
                <a:lnTo>
                  <a:pt x="175172" y="350345"/>
                </a:lnTo>
                <a:cubicBezTo>
                  <a:pt x="78492" y="350345"/>
                  <a:pt x="0" y="271853"/>
                  <a:pt x="0" y="175172"/>
                </a:cubicBezTo>
                <a:lnTo>
                  <a:pt x="0" y="175172"/>
                </a:lnTo>
                <a:cubicBezTo>
                  <a:pt x="0" y="78492"/>
                  <a:pt x="78492" y="0"/>
                  <a:pt x="17517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6966" y="3573517"/>
            <a:ext cx="175172" cy="140138"/>
          </a:xfrm>
          <a:custGeom>
            <a:avLst/>
            <a:gdLst/>
            <a:ahLst/>
            <a:cxnLst/>
            <a:rect l="l" t="t" r="r" b="b"/>
            <a:pathLst>
              <a:path w="175172" h="140138">
                <a:moveTo>
                  <a:pt x="87586" y="0"/>
                </a:moveTo>
                <a:cubicBezTo>
                  <a:pt x="92431" y="0"/>
                  <a:pt x="96345" y="3914"/>
                  <a:pt x="96345" y="8759"/>
                </a:cubicBezTo>
                <a:lnTo>
                  <a:pt x="96345" y="65690"/>
                </a:lnTo>
                <a:cubicBezTo>
                  <a:pt x="96345" y="68098"/>
                  <a:pt x="98316" y="70069"/>
                  <a:pt x="100724" y="70069"/>
                </a:cubicBezTo>
                <a:cubicBezTo>
                  <a:pt x="103133" y="70069"/>
                  <a:pt x="105103" y="68098"/>
                  <a:pt x="105103" y="65690"/>
                </a:cubicBezTo>
                <a:lnTo>
                  <a:pt x="105103" y="17517"/>
                </a:lnTo>
                <a:cubicBezTo>
                  <a:pt x="105103" y="12673"/>
                  <a:pt x="109017" y="8759"/>
                  <a:pt x="113862" y="8759"/>
                </a:cubicBezTo>
                <a:cubicBezTo>
                  <a:pt x="118707" y="8759"/>
                  <a:pt x="122621" y="12673"/>
                  <a:pt x="122621" y="17517"/>
                </a:cubicBezTo>
                <a:lnTo>
                  <a:pt x="122621" y="65690"/>
                </a:lnTo>
                <a:cubicBezTo>
                  <a:pt x="122621" y="68098"/>
                  <a:pt x="124591" y="70069"/>
                  <a:pt x="127000" y="70069"/>
                </a:cubicBezTo>
                <a:cubicBezTo>
                  <a:pt x="129409" y="70069"/>
                  <a:pt x="131379" y="68098"/>
                  <a:pt x="131379" y="65690"/>
                </a:cubicBezTo>
                <a:lnTo>
                  <a:pt x="131379" y="35034"/>
                </a:lnTo>
                <a:cubicBezTo>
                  <a:pt x="131379" y="30190"/>
                  <a:pt x="135293" y="26276"/>
                  <a:pt x="140138" y="26276"/>
                </a:cubicBezTo>
                <a:cubicBezTo>
                  <a:pt x="144983" y="26276"/>
                  <a:pt x="148897" y="30190"/>
                  <a:pt x="148897" y="35034"/>
                </a:cubicBezTo>
                <a:lnTo>
                  <a:pt x="148897" y="83809"/>
                </a:lnTo>
                <a:cubicBezTo>
                  <a:pt x="143641" y="85287"/>
                  <a:pt x="139399" y="89393"/>
                  <a:pt x="137839" y="94839"/>
                </a:cubicBezTo>
                <a:lnTo>
                  <a:pt x="136060" y="101053"/>
                </a:lnTo>
                <a:lnTo>
                  <a:pt x="129847" y="102832"/>
                </a:lnTo>
                <a:cubicBezTo>
                  <a:pt x="122949" y="104802"/>
                  <a:pt x="118214" y="111098"/>
                  <a:pt x="118214" y="118269"/>
                </a:cubicBezTo>
                <a:cubicBezTo>
                  <a:pt x="118214" y="124318"/>
                  <a:pt x="121608" y="129764"/>
                  <a:pt x="126808" y="132474"/>
                </a:cubicBezTo>
                <a:cubicBezTo>
                  <a:pt x="119281" y="137346"/>
                  <a:pt x="110331" y="140165"/>
                  <a:pt x="100697" y="140165"/>
                </a:cubicBezTo>
                <a:lnTo>
                  <a:pt x="95442" y="140165"/>
                </a:lnTo>
                <a:cubicBezTo>
                  <a:pt x="79129" y="140165"/>
                  <a:pt x="63445" y="133897"/>
                  <a:pt x="51648" y="122648"/>
                </a:cubicBezTo>
                <a:lnTo>
                  <a:pt x="20911" y="93334"/>
                </a:lnTo>
                <a:cubicBezTo>
                  <a:pt x="16532" y="89174"/>
                  <a:pt x="16368" y="82222"/>
                  <a:pt x="20528" y="77842"/>
                </a:cubicBezTo>
                <a:cubicBezTo>
                  <a:pt x="24688" y="73463"/>
                  <a:pt x="31641" y="73299"/>
                  <a:pt x="36020" y="77459"/>
                </a:cubicBezTo>
                <a:lnTo>
                  <a:pt x="52579" y="93225"/>
                </a:lnTo>
                <a:cubicBezTo>
                  <a:pt x="52579" y="92814"/>
                  <a:pt x="52552" y="92376"/>
                  <a:pt x="52552" y="91966"/>
                </a:cubicBezTo>
                <a:lnTo>
                  <a:pt x="52552" y="17517"/>
                </a:lnTo>
                <a:cubicBezTo>
                  <a:pt x="52552" y="12673"/>
                  <a:pt x="56466" y="8759"/>
                  <a:pt x="61310" y="8759"/>
                </a:cubicBezTo>
                <a:cubicBezTo>
                  <a:pt x="66155" y="8759"/>
                  <a:pt x="70069" y="12673"/>
                  <a:pt x="70069" y="17517"/>
                </a:cubicBezTo>
                <a:lnTo>
                  <a:pt x="70069" y="65690"/>
                </a:lnTo>
                <a:cubicBezTo>
                  <a:pt x="70069" y="68098"/>
                  <a:pt x="72040" y="70069"/>
                  <a:pt x="74448" y="70069"/>
                </a:cubicBezTo>
                <a:cubicBezTo>
                  <a:pt x="76857" y="70069"/>
                  <a:pt x="78828" y="68098"/>
                  <a:pt x="78828" y="65690"/>
                </a:cubicBezTo>
                <a:lnTo>
                  <a:pt x="78828" y="8759"/>
                </a:lnTo>
                <a:cubicBezTo>
                  <a:pt x="78828" y="3914"/>
                  <a:pt x="82742" y="0"/>
                  <a:pt x="87586" y="0"/>
                </a:cubicBezTo>
                <a:close/>
                <a:moveTo>
                  <a:pt x="85588" y="89393"/>
                </a:moveTo>
                <a:cubicBezTo>
                  <a:pt x="85287" y="88325"/>
                  <a:pt x="84302" y="87586"/>
                  <a:pt x="83207" y="87586"/>
                </a:cubicBezTo>
                <a:cubicBezTo>
                  <a:pt x="82112" y="87586"/>
                  <a:pt x="81127" y="88325"/>
                  <a:pt x="80826" y="89393"/>
                </a:cubicBezTo>
                <a:lnTo>
                  <a:pt x="78828" y="96345"/>
                </a:lnTo>
                <a:lnTo>
                  <a:pt x="71875" y="98343"/>
                </a:lnTo>
                <a:cubicBezTo>
                  <a:pt x="70808" y="98644"/>
                  <a:pt x="70069" y="99629"/>
                  <a:pt x="70069" y="100724"/>
                </a:cubicBezTo>
                <a:cubicBezTo>
                  <a:pt x="70069" y="101819"/>
                  <a:pt x="70808" y="102804"/>
                  <a:pt x="71875" y="103105"/>
                </a:cubicBezTo>
                <a:lnTo>
                  <a:pt x="78828" y="105103"/>
                </a:lnTo>
                <a:lnTo>
                  <a:pt x="80826" y="112056"/>
                </a:lnTo>
                <a:cubicBezTo>
                  <a:pt x="81127" y="113123"/>
                  <a:pt x="82112" y="113862"/>
                  <a:pt x="83207" y="113862"/>
                </a:cubicBezTo>
                <a:cubicBezTo>
                  <a:pt x="84302" y="113862"/>
                  <a:pt x="85287" y="113123"/>
                  <a:pt x="85588" y="112056"/>
                </a:cubicBezTo>
                <a:lnTo>
                  <a:pt x="87586" y="105103"/>
                </a:lnTo>
                <a:lnTo>
                  <a:pt x="94538" y="103105"/>
                </a:lnTo>
                <a:cubicBezTo>
                  <a:pt x="95606" y="102804"/>
                  <a:pt x="96345" y="101819"/>
                  <a:pt x="96345" y="100724"/>
                </a:cubicBezTo>
                <a:cubicBezTo>
                  <a:pt x="96345" y="99629"/>
                  <a:pt x="95606" y="98644"/>
                  <a:pt x="94538" y="98343"/>
                </a:cubicBezTo>
                <a:lnTo>
                  <a:pt x="87586" y="96345"/>
                </a:lnTo>
                <a:lnTo>
                  <a:pt x="85588" y="89393"/>
                </a:lnTo>
                <a:close/>
                <a:moveTo>
                  <a:pt x="28466" y="32845"/>
                </a:moveTo>
                <a:lnTo>
                  <a:pt x="41686" y="36622"/>
                </a:lnTo>
                <a:cubicBezTo>
                  <a:pt x="42945" y="36978"/>
                  <a:pt x="43793" y="38127"/>
                  <a:pt x="43793" y="39414"/>
                </a:cubicBezTo>
                <a:cubicBezTo>
                  <a:pt x="43793" y="40700"/>
                  <a:pt x="42945" y="41850"/>
                  <a:pt x="41686" y="42206"/>
                </a:cubicBezTo>
                <a:lnTo>
                  <a:pt x="28466" y="45983"/>
                </a:lnTo>
                <a:lnTo>
                  <a:pt x="24688" y="59203"/>
                </a:lnTo>
                <a:cubicBezTo>
                  <a:pt x="24333" y="60462"/>
                  <a:pt x="23183" y="61310"/>
                  <a:pt x="21897" y="61310"/>
                </a:cubicBezTo>
                <a:cubicBezTo>
                  <a:pt x="20610" y="61310"/>
                  <a:pt x="19461" y="60462"/>
                  <a:pt x="19105" y="59203"/>
                </a:cubicBezTo>
                <a:lnTo>
                  <a:pt x="15328" y="45983"/>
                </a:lnTo>
                <a:lnTo>
                  <a:pt x="2108" y="42206"/>
                </a:lnTo>
                <a:cubicBezTo>
                  <a:pt x="848" y="41850"/>
                  <a:pt x="0" y="40700"/>
                  <a:pt x="0" y="39414"/>
                </a:cubicBezTo>
                <a:cubicBezTo>
                  <a:pt x="0" y="38127"/>
                  <a:pt x="848" y="36978"/>
                  <a:pt x="2108" y="36622"/>
                </a:cubicBezTo>
                <a:lnTo>
                  <a:pt x="15328" y="32845"/>
                </a:lnTo>
                <a:lnTo>
                  <a:pt x="19105" y="19625"/>
                </a:lnTo>
                <a:cubicBezTo>
                  <a:pt x="19461" y="18366"/>
                  <a:pt x="20610" y="17517"/>
                  <a:pt x="21897" y="17517"/>
                </a:cubicBezTo>
                <a:cubicBezTo>
                  <a:pt x="23183" y="17517"/>
                  <a:pt x="24333" y="18366"/>
                  <a:pt x="24688" y="19625"/>
                </a:cubicBezTo>
                <a:lnTo>
                  <a:pt x="28466" y="32845"/>
                </a:lnTo>
                <a:close/>
                <a:moveTo>
                  <a:pt x="159845" y="111672"/>
                </a:moveTo>
                <a:lnTo>
                  <a:pt x="173065" y="115450"/>
                </a:lnTo>
                <a:cubicBezTo>
                  <a:pt x="174324" y="115805"/>
                  <a:pt x="175172" y="116955"/>
                  <a:pt x="175172" y="118241"/>
                </a:cubicBezTo>
                <a:cubicBezTo>
                  <a:pt x="175172" y="119528"/>
                  <a:pt x="174324" y="120677"/>
                  <a:pt x="173065" y="121033"/>
                </a:cubicBezTo>
                <a:lnTo>
                  <a:pt x="159845" y="124810"/>
                </a:lnTo>
                <a:lnTo>
                  <a:pt x="156068" y="138030"/>
                </a:lnTo>
                <a:cubicBezTo>
                  <a:pt x="155712" y="139289"/>
                  <a:pt x="154562" y="140138"/>
                  <a:pt x="153276" y="140138"/>
                </a:cubicBezTo>
                <a:cubicBezTo>
                  <a:pt x="151989" y="140138"/>
                  <a:pt x="150840" y="139289"/>
                  <a:pt x="150484" y="138030"/>
                </a:cubicBezTo>
                <a:lnTo>
                  <a:pt x="146707" y="124810"/>
                </a:lnTo>
                <a:lnTo>
                  <a:pt x="133487" y="121033"/>
                </a:lnTo>
                <a:cubicBezTo>
                  <a:pt x="132228" y="120677"/>
                  <a:pt x="131379" y="119528"/>
                  <a:pt x="131379" y="118241"/>
                </a:cubicBezTo>
                <a:cubicBezTo>
                  <a:pt x="131379" y="116955"/>
                  <a:pt x="132228" y="115805"/>
                  <a:pt x="133487" y="115450"/>
                </a:cubicBezTo>
                <a:lnTo>
                  <a:pt x="146707" y="111672"/>
                </a:lnTo>
                <a:lnTo>
                  <a:pt x="150484" y="98452"/>
                </a:lnTo>
                <a:cubicBezTo>
                  <a:pt x="150840" y="97193"/>
                  <a:pt x="151989" y="96345"/>
                  <a:pt x="153276" y="96345"/>
                </a:cubicBezTo>
                <a:cubicBezTo>
                  <a:pt x="154562" y="96345"/>
                  <a:pt x="155712" y="97193"/>
                  <a:pt x="156068" y="98452"/>
                </a:cubicBezTo>
                <a:lnTo>
                  <a:pt x="159845" y="11167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1094828" y="3468414"/>
            <a:ext cx="4738414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扩展手势指令库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4828" y="3678621"/>
            <a:ext cx="4729655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增加更多手势指令，支持复杂任务序列和宏命令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4828" y="3919483"/>
            <a:ext cx="560552" cy="210207"/>
          </a:xfrm>
          <a:custGeom>
            <a:avLst/>
            <a:gdLst/>
            <a:ahLst/>
            <a:cxnLst/>
            <a:rect l="l" t="t" r="r" b="b"/>
            <a:pathLst>
              <a:path w="560552" h="210207">
                <a:moveTo>
                  <a:pt x="35035" y="0"/>
                </a:moveTo>
                <a:lnTo>
                  <a:pt x="525517" y="0"/>
                </a:lnTo>
                <a:cubicBezTo>
                  <a:pt x="544866" y="0"/>
                  <a:pt x="560552" y="15686"/>
                  <a:pt x="560552" y="35035"/>
                </a:cubicBezTo>
                <a:lnTo>
                  <a:pt x="560552" y="175172"/>
                </a:lnTo>
                <a:cubicBezTo>
                  <a:pt x="560552" y="194521"/>
                  <a:pt x="544866" y="210207"/>
                  <a:pt x="525517" y="210207"/>
                </a:cubicBezTo>
                <a:lnTo>
                  <a:pt x="35035" y="210207"/>
                </a:lnTo>
                <a:cubicBezTo>
                  <a:pt x="15699" y="210207"/>
                  <a:pt x="0" y="194508"/>
                  <a:pt x="0" y="175172"/>
                </a:cubicBezTo>
                <a:lnTo>
                  <a:pt x="0" y="35035"/>
                </a:lnTo>
                <a:cubicBezTo>
                  <a:pt x="0" y="15699"/>
                  <a:pt x="15699" y="0"/>
                  <a:pt x="3503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94828" y="3919483"/>
            <a:ext cx="613103" cy="210207"/>
          </a:xfrm>
          <a:prstGeom prst="rect">
            <a:avLst/>
          </a:prstGeom>
          <a:noFill/>
          <a:ln/>
        </p:spPr>
        <p:txBody>
          <a:bodyPr wrap="square" lIns="70069" tIns="35034" rIns="70069" bIns="35034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复杂任务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725448" y="3919483"/>
            <a:ext cx="455448" cy="210207"/>
          </a:xfrm>
          <a:custGeom>
            <a:avLst/>
            <a:gdLst/>
            <a:ahLst/>
            <a:cxnLst/>
            <a:rect l="l" t="t" r="r" b="b"/>
            <a:pathLst>
              <a:path w="455448" h="210207">
                <a:moveTo>
                  <a:pt x="35035" y="0"/>
                </a:moveTo>
                <a:lnTo>
                  <a:pt x="420413" y="0"/>
                </a:lnTo>
                <a:cubicBezTo>
                  <a:pt x="439762" y="0"/>
                  <a:pt x="455448" y="15686"/>
                  <a:pt x="455448" y="35035"/>
                </a:cubicBezTo>
                <a:lnTo>
                  <a:pt x="455448" y="175172"/>
                </a:lnTo>
                <a:cubicBezTo>
                  <a:pt x="455448" y="194521"/>
                  <a:pt x="439762" y="210207"/>
                  <a:pt x="420413" y="210207"/>
                </a:cubicBezTo>
                <a:lnTo>
                  <a:pt x="35035" y="210207"/>
                </a:lnTo>
                <a:cubicBezTo>
                  <a:pt x="15699" y="210207"/>
                  <a:pt x="0" y="194508"/>
                  <a:pt x="0" y="175172"/>
                </a:cubicBezTo>
                <a:lnTo>
                  <a:pt x="0" y="35035"/>
                </a:lnTo>
                <a:cubicBezTo>
                  <a:pt x="0" y="15699"/>
                  <a:pt x="15699" y="0"/>
                  <a:pt x="3503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25448" y="3919483"/>
            <a:ext cx="508000" cy="210207"/>
          </a:xfrm>
          <a:prstGeom prst="rect">
            <a:avLst/>
          </a:prstGeom>
          <a:noFill/>
          <a:ln/>
        </p:spPr>
        <p:txBody>
          <a:bodyPr wrap="square" lIns="70069" tIns="35034" rIns="70069" bIns="35034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宏命令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4724" y="4493172"/>
            <a:ext cx="5666828" cy="2356069"/>
          </a:xfrm>
          <a:custGeom>
            <a:avLst/>
            <a:gdLst/>
            <a:ahLst/>
            <a:cxnLst/>
            <a:rect l="l" t="t" r="r" b="b"/>
            <a:pathLst>
              <a:path w="5666828" h="2356069">
                <a:moveTo>
                  <a:pt x="105104" y="0"/>
                </a:moveTo>
                <a:lnTo>
                  <a:pt x="5561723" y="0"/>
                </a:lnTo>
                <a:cubicBezTo>
                  <a:pt x="5619771" y="0"/>
                  <a:pt x="5666828" y="47057"/>
                  <a:pt x="5666828" y="105104"/>
                </a:cubicBezTo>
                <a:lnTo>
                  <a:pt x="5666828" y="2250965"/>
                </a:lnTo>
                <a:cubicBezTo>
                  <a:pt x="5666828" y="2309012"/>
                  <a:pt x="5619771" y="2356069"/>
                  <a:pt x="5561723" y="2356069"/>
                </a:cubicBezTo>
                <a:lnTo>
                  <a:pt x="105104" y="2356069"/>
                </a:lnTo>
                <a:cubicBezTo>
                  <a:pt x="47057" y="2356069"/>
                  <a:pt x="0" y="2309012"/>
                  <a:pt x="0" y="2250965"/>
                </a:cubicBezTo>
                <a:lnTo>
                  <a:pt x="0" y="105104"/>
                </a:lnTo>
                <a:cubicBezTo>
                  <a:pt x="0" y="47096"/>
                  <a:pt x="47096" y="0"/>
                  <a:pt x="10510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1284" y="4681483"/>
            <a:ext cx="177362" cy="157655"/>
          </a:xfrm>
          <a:custGeom>
            <a:avLst/>
            <a:gdLst/>
            <a:ahLst/>
            <a:cxnLst/>
            <a:rect l="l" t="t" r="r" b="b"/>
            <a:pathLst>
              <a:path w="177362" h="157655">
                <a:moveTo>
                  <a:pt x="69005" y="29899"/>
                </a:moveTo>
                <a:lnTo>
                  <a:pt x="69005" y="45172"/>
                </a:lnTo>
                <a:lnTo>
                  <a:pt x="69159" y="45326"/>
                </a:lnTo>
                <a:cubicBezTo>
                  <a:pt x="71160" y="19953"/>
                  <a:pt x="92376" y="0"/>
                  <a:pt x="118272" y="0"/>
                </a:cubicBezTo>
                <a:cubicBezTo>
                  <a:pt x="124461" y="0"/>
                  <a:pt x="130404" y="1139"/>
                  <a:pt x="135854" y="3233"/>
                </a:cubicBezTo>
                <a:cubicBezTo>
                  <a:pt x="138934" y="4403"/>
                  <a:pt x="139488" y="8314"/>
                  <a:pt x="137178" y="10654"/>
                </a:cubicBezTo>
                <a:lnTo>
                  <a:pt x="109866" y="37967"/>
                </a:lnTo>
                <a:cubicBezTo>
                  <a:pt x="108942" y="38890"/>
                  <a:pt x="108419" y="40153"/>
                  <a:pt x="108419" y="41446"/>
                </a:cubicBezTo>
                <a:lnTo>
                  <a:pt x="108419" y="54194"/>
                </a:lnTo>
                <a:cubicBezTo>
                  <a:pt x="108419" y="56904"/>
                  <a:pt x="110636" y="59121"/>
                  <a:pt x="113345" y="59121"/>
                </a:cubicBezTo>
                <a:lnTo>
                  <a:pt x="126093" y="59121"/>
                </a:lnTo>
                <a:cubicBezTo>
                  <a:pt x="127387" y="59121"/>
                  <a:pt x="128649" y="58597"/>
                  <a:pt x="129573" y="57673"/>
                </a:cubicBezTo>
                <a:lnTo>
                  <a:pt x="156885" y="30361"/>
                </a:lnTo>
                <a:cubicBezTo>
                  <a:pt x="159226" y="28021"/>
                  <a:pt x="163136" y="28606"/>
                  <a:pt x="164306" y="31685"/>
                </a:cubicBezTo>
                <a:cubicBezTo>
                  <a:pt x="166400" y="37135"/>
                  <a:pt x="167539" y="43078"/>
                  <a:pt x="167539" y="49267"/>
                </a:cubicBezTo>
                <a:cubicBezTo>
                  <a:pt x="167539" y="67927"/>
                  <a:pt x="157163" y="84185"/>
                  <a:pt x="141828" y="92530"/>
                </a:cubicBezTo>
                <a:lnTo>
                  <a:pt x="166924" y="117626"/>
                </a:lnTo>
                <a:cubicBezTo>
                  <a:pt x="172682" y="123384"/>
                  <a:pt x="172682" y="132744"/>
                  <a:pt x="166924" y="138533"/>
                </a:cubicBezTo>
                <a:lnTo>
                  <a:pt x="148418" y="157039"/>
                </a:lnTo>
                <a:cubicBezTo>
                  <a:pt x="142659" y="162797"/>
                  <a:pt x="133299" y="162797"/>
                  <a:pt x="127510" y="157039"/>
                </a:cubicBezTo>
                <a:lnTo>
                  <a:pt x="88712" y="118241"/>
                </a:lnTo>
                <a:cubicBezTo>
                  <a:pt x="80275" y="109804"/>
                  <a:pt x="78366" y="97334"/>
                  <a:pt x="83015" y="87049"/>
                </a:cubicBezTo>
                <a:lnTo>
                  <a:pt x="55087" y="59121"/>
                </a:lnTo>
                <a:lnTo>
                  <a:pt x="39814" y="59121"/>
                </a:lnTo>
                <a:cubicBezTo>
                  <a:pt x="36519" y="59121"/>
                  <a:pt x="33440" y="57489"/>
                  <a:pt x="31623" y="54748"/>
                </a:cubicBezTo>
                <a:lnTo>
                  <a:pt x="7205" y="18137"/>
                </a:lnTo>
                <a:cubicBezTo>
                  <a:pt x="5912" y="16197"/>
                  <a:pt x="6158" y="13579"/>
                  <a:pt x="7821" y="11917"/>
                </a:cubicBezTo>
                <a:lnTo>
                  <a:pt x="21801" y="-2063"/>
                </a:lnTo>
                <a:cubicBezTo>
                  <a:pt x="23464" y="-3726"/>
                  <a:pt x="26050" y="-3972"/>
                  <a:pt x="28021" y="-2679"/>
                </a:cubicBezTo>
                <a:lnTo>
                  <a:pt x="64632" y="21708"/>
                </a:lnTo>
                <a:cubicBezTo>
                  <a:pt x="67373" y="23525"/>
                  <a:pt x="69005" y="26604"/>
                  <a:pt x="69005" y="29899"/>
                </a:cubicBezTo>
                <a:close/>
                <a:moveTo>
                  <a:pt x="66388" y="91329"/>
                </a:moveTo>
                <a:cubicBezTo>
                  <a:pt x="64448" y="102722"/>
                  <a:pt x="67127" y="114762"/>
                  <a:pt x="74517" y="124400"/>
                </a:cubicBezTo>
                <a:lnTo>
                  <a:pt x="45264" y="153621"/>
                </a:lnTo>
                <a:cubicBezTo>
                  <a:pt x="36612" y="162274"/>
                  <a:pt x="22571" y="162274"/>
                  <a:pt x="13918" y="153621"/>
                </a:cubicBezTo>
                <a:cubicBezTo>
                  <a:pt x="5265" y="144969"/>
                  <a:pt x="5265" y="130928"/>
                  <a:pt x="13918" y="122275"/>
                </a:cubicBezTo>
                <a:lnTo>
                  <a:pt x="55610" y="80583"/>
                </a:lnTo>
                <a:lnTo>
                  <a:pt x="66388" y="9136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700690" y="4637690"/>
            <a:ext cx="5255172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技术优化方向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9241" y="4988034"/>
            <a:ext cx="5377793" cy="525517"/>
          </a:xfrm>
          <a:custGeom>
            <a:avLst/>
            <a:gdLst/>
            <a:ahLst/>
            <a:cxnLst/>
            <a:rect l="l" t="t" r="r" b="b"/>
            <a:pathLst>
              <a:path w="5377793" h="525517">
                <a:moveTo>
                  <a:pt x="70067" y="0"/>
                </a:moveTo>
                <a:lnTo>
                  <a:pt x="5307726" y="0"/>
                </a:lnTo>
                <a:cubicBezTo>
                  <a:pt x="5346397" y="0"/>
                  <a:pt x="5377793" y="31396"/>
                  <a:pt x="5377793" y="70067"/>
                </a:cubicBezTo>
                <a:lnTo>
                  <a:pt x="5377793" y="455450"/>
                </a:lnTo>
                <a:cubicBezTo>
                  <a:pt x="5377793" y="494147"/>
                  <a:pt x="5346423" y="525517"/>
                  <a:pt x="5307726" y="525517"/>
                </a:cubicBezTo>
                <a:lnTo>
                  <a:pt x="70067" y="525517"/>
                </a:lnTo>
                <a:cubicBezTo>
                  <a:pt x="31396" y="525517"/>
                  <a:pt x="0" y="494121"/>
                  <a:pt x="0" y="455450"/>
                </a:cubicBezTo>
                <a:lnTo>
                  <a:pt x="0" y="70067"/>
                </a:lnTo>
                <a:cubicBezTo>
                  <a:pt x="0" y="31396"/>
                  <a:pt x="31396" y="0"/>
                  <a:pt x="700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1862" y="5180724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32845" y="15328"/>
                </a:moveTo>
                <a:cubicBezTo>
                  <a:pt x="32845" y="6870"/>
                  <a:pt x="39715" y="0"/>
                  <a:pt x="48172" y="0"/>
                </a:cubicBezTo>
                <a:lnTo>
                  <a:pt x="54741" y="0"/>
                </a:lnTo>
                <a:cubicBezTo>
                  <a:pt x="59586" y="0"/>
                  <a:pt x="63500" y="3914"/>
                  <a:pt x="63500" y="8759"/>
                </a:cubicBezTo>
                <a:lnTo>
                  <a:pt x="63500" y="131379"/>
                </a:lnTo>
                <a:cubicBezTo>
                  <a:pt x="63500" y="136224"/>
                  <a:pt x="59586" y="140138"/>
                  <a:pt x="54741" y="140138"/>
                </a:cubicBezTo>
                <a:lnTo>
                  <a:pt x="45983" y="140138"/>
                </a:lnTo>
                <a:cubicBezTo>
                  <a:pt x="37826" y="140138"/>
                  <a:pt x="30956" y="134554"/>
                  <a:pt x="29013" y="127000"/>
                </a:cubicBezTo>
                <a:cubicBezTo>
                  <a:pt x="28821" y="127000"/>
                  <a:pt x="28657" y="127000"/>
                  <a:pt x="28466" y="127000"/>
                </a:cubicBezTo>
                <a:cubicBezTo>
                  <a:pt x="16368" y="127000"/>
                  <a:pt x="6569" y="117201"/>
                  <a:pt x="6569" y="105103"/>
                </a:cubicBezTo>
                <a:cubicBezTo>
                  <a:pt x="6569" y="100177"/>
                  <a:pt x="8211" y="95633"/>
                  <a:pt x="10948" y="91966"/>
                </a:cubicBezTo>
                <a:cubicBezTo>
                  <a:pt x="5638" y="87969"/>
                  <a:pt x="2190" y="81619"/>
                  <a:pt x="2190" y="74448"/>
                </a:cubicBezTo>
                <a:cubicBezTo>
                  <a:pt x="2190" y="65991"/>
                  <a:pt x="7007" y="58628"/>
                  <a:pt x="14014" y="54988"/>
                </a:cubicBezTo>
                <a:cubicBezTo>
                  <a:pt x="12070" y="51703"/>
                  <a:pt x="10948" y="47871"/>
                  <a:pt x="10948" y="43793"/>
                </a:cubicBezTo>
                <a:cubicBezTo>
                  <a:pt x="10948" y="31695"/>
                  <a:pt x="20747" y="21897"/>
                  <a:pt x="32845" y="21897"/>
                </a:cubicBezTo>
                <a:lnTo>
                  <a:pt x="32845" y="15328"/>
                </a:lnTo>
                <a:close/>
                <a:moveTo>
                  <a:pt x="107293" y="15328"/>
                </a:moveTo>
                <a:lnTo>
                  <a:pt x="107293" y="21897"/>
                </a:lnTo>
                <a:cubicBezTo>
                  <a:pt x="119391" y="21897"/>
                  <a:pt x="129190" y="31695"/>
                  <a:pt x="129190" y="43793"/>
                </a:cubicBezTo>
                <a:cubicBezTo>
                  <a:pt x="129190" y="47899"/>
                  <a:pt x="128067" y="51731"/>
                  <a:pt x="126124" y="54988"/>
                </a:cubicBezTo>
                <a:cubicBezTo>
                  <a:pt x="133158" y="58628"/>
                  <a:pt x="137948" y="65963"/>
                  <a:pt x="137948" y="74448"/>
                </a:cubicBezTo>
                <a:cubicBezTo>
                  <a:pt x="137948" y="81619"/>
                  <a:pt x="134500" y="87969"/>
                  <a:pt x="129190" y="91966"/>
                </a:cubicBezTo>
                <a:cubicBezTo>
                  <a:pt x="131927" y="95633"/>
                  <a:pt x="133569" y="100177"/>
                  <a:pt x="133569" y="105103"/>
                </a:cubicBezTo>
                <a:cubicBezTo>
                  <a:pt x="133569" y="117201"/>
                  <a:pt x="123770" y="127000"/>
                  <a:pt x="111672" y="127000"/>
                </a:cubicBezTo>
                <a:cubicBezTo>
                  <a:pt x="111481" y="127000"/>
                  <a:pt x="111317" y="127000"/>
                  <a:pt x="111125" y="127000"/>
                </a:cubicBezTo>
                <a:cubicBezTo>
                  <a:pt x="109182" y="134554"/>
                  <a:pt x="102312" y="140138"/>
                  <a:pt x="94155" y="140138"/>
                </a:cubicBezTo>
                <a:lnTo>
                  <a:pt x="85397" y="140138"/>
                </a:lnTo>
                <a:cubicBezTo>
                  <a:pt x="80552" y="140138"/>
                  <a:pt x="76638" y="136224"/>
                  <a:pt x="76638" y="131379"/>
                </a:cubicBezTo>
                <a:lnTo>
                  <a:pt x="76638" y="8759"/>
                </a:lnTo>
                <a:cubicBezTo>
                  <a:pt x="76638" y="3914"/>
                  <a:pt x="80552" y="0"/>
                  <a:pt x="85397" y="0"/>
                </a:cubicBezTo>
                <a:lnTo>
                  <a:pt x="91966" y="0"/>
                </a:lnTo>
                <a:cubicBezTo>
                  <a:pt x="100423" y="0"/>
                  <a:pt x="107293" y="6870"/>
                  <a:pt x="107293" y="1532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884621" y="5093138"/>
            <a:ext cx="4948621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模型轻量化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4621" y="5268310"/>
            <a:ext cx="4939862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量化剪枝，提升推理速度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9241" y="5583621"/>
            <a:ext cx="5377793" cy="525517"/>
          </a:xfrm>
          <a:custGeom>
            <a:avLst/>
            <a:gdLst/>
            <a:ahLst/>
            <a:cxnLst/>
            <a:rect l="l" t="t" r="r" b="b"/>
            <a:pathLst>
              <a:path w="5377793" h="525517">
                <a:moveTo>
                  <a:pt x="70067" y="0"/>
                </a:moveTo>
                <a:lnTo>
                  <a:pt x="5307726" y="0"/>
                </a:lnTo>
                <a:cubicBezTo>
                  <a:pt x="5346397" y="0"/>
                  <a:pt x="5377793" y="31396"/>
                  <a:pt x="5377793" y="70067"/>
                </a:cubicBezTo>
                <a:lnTo>
                  <a:pt x="5377793" y="455450"/>
                </a:lnTo>
                <a:cubicBezTo>
                  <a:pt x="5377793" y="494147"/>
                  <a:pt x="5346423" y="525517"/>
                  <a:pt x="5307726" y="525517"/>
                </a:cubicBezTo>
                <a:lnTo>
                  <a:pt x="70067" y="525517"/>
                </a:lnTo>
                <a:cubicBezTo>
                  <a:pt x="31396" y="525517"/>
                  <a:pt x="0" y="494121"/>
                  <a:pt x="0" y="455450"/>
                </a:cubicBezTo>
                <a:lnTo>
                  <a:pt x="0" y="70067"/>
                </a:lnTo>
                <a:cubicBezTo>
                  <a:pt x="0" y="31396"/>
                  <a:pt x="31396" y="0"/>
                  <a:pt x="700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3103" y="5776310"/>
            <a:ext cx="157655" cy="140138"/>
          </a:xfrm>
          <a:custGeom>
            <a:avLst/>
            <a:gdLst/>
            <a:ahLst/>
            <a:cxnLst/>
            <a:rect l="l" t="t" r="r" b="b"/>
            <a:pathLst>
              <a:path w="157655" h="140138">
                <a:moveTo>
                  <a:pt x="78828" y="26276"/>
                </a:moveTo>
                <a:cubicBezTo>
                  <a:pt x="53948" y="26276"/>
                  <a:pt x="31422" y="36129"/>
                  <a:pt x="14862" y="52169"/>
                </a:cubicBezTo>
                <a:cubicBezTo>
                  <a:pt x="11386" y="55535"/>
                  <a:pt x="5830" y="55453"/>
                  <a:pt x="2491" y="51977"/>
                </a:cubicBezTo>
                <a:cubicBezTo>
                  <a:pt x="-848" y="48501"/>
                  <a:pt x="-794" y="42945"/>
                  <a:pt x="2682" y="39605"/>
                </a:cubicBezTo>
                <a:cubicBezTo>
                  <a:pt x="22362" y="20501"/>
                  <a:pt x="49240" y="8759"/>
                  <a:pt x="78828" y="8759"/>
                </a:cubicBezTo>
                <a:cubicBezTo>
                  <a:pt x="108415" y="8759"/>
                  <a:pt x="135293" y="20501"/>
                  <a:pt x="155000" y="39605"/>
                </a:cubicBezTo>
                <a:cubicBezTo>
                  <a:pt x="158476" y="42972"/>
                  <a:pt x="158558" y="48528"/>
                  <a:pt x="155192" y="51977"/>
                </a:cubicBezTo>
                <a:cubicBezTo>
                  <a:pt x="151825" y="55426"/>
                  <a:pt x="146269" y="55535"/>
                  <a:pt x="142820" y="52169"/>
                </a:cubicBezTo>
                <a:cubicBezTo>
                  <a:pt x="126234" y="36129"/>
                  <a:pt x="103708" y="26276"/>
                  <a:pt x="78828" y="26276"/>
                </a:cubicBezTo>
                <a:close/>
                <a:moveTo>
                  <a:pt x="65690" y="118241"/>
                </a:moveTo>
                <a:cubicBezTo>
                  <a:pt x="65690" y="110990"/>
                  <a:pt x="71577" y="105103"/>
                  <a:pt x="78828" y="105103"/>
                </a:cubicBezTo>
                <a:cubicBezTo>
                  <a:pt x="86079" y="105103"/>
                  <a:pt x="91966" y="110990"/>
                  <a:pt x="91966" y="118241"/>
                </a:cubicBezTo>
                <a:cubicBezTo>
                  <a:pt x="91966" y="125492"/>
                  <a:pt x="86079" y="131379"/>
                  <a:pt x="78828" y="131379"/>
                </a:cubicBezTo>
                <a:cubicBezTo>
                  <a:pt x="71577" y="131379"/>
                  <a:pt x="65690" y="125492"/>
                  <a:pt x="65690" y="118241"/>
                </a:cubicBezTo>
                <a:close/>
                <a:moveTo>
                  <a:pt x="45983" y="89283"/>
                </a:moveTo>
                <a:cubicBezTo>
                  <a:pt x="42780" y="92923"/>
                  <a:pt x="37252" y="93252"/>
                  <a:pt x="33611" y="90050"/>
                </a:cubicBezTo>
                <a:cubicBezTo>
                  <a:pt x="29971" y="86847"/>
                  <a:pt x="29642" y="81318"/>
                  <a:pt x="32845" y="77678"/>
                </a:cubicBezTo>
                <a:cubicBezTo>
                  <a:pt x="44067" y="64978"/>
                  <a:pt x="60517" y="56931"/>
                  <a:pt x="78828" y="56931"/>
                </a:cubicBezTo>
                <a:cubicBezTo>
                  <a:pt x="97139" y="56931"/>
                  <a:pt x="113588" y="64978"/>
                  <a:pt x="124810" y="77678"/>
                </a:cubicBezTo>
                <a:cubicBezTo>
                  <a:pt x="128013" y="81318"/>
                  <a:pt x="127657" y="86847"/>
                  <a:pt x="124044" y="90050"/>
                </a:cubicBezTo>
                <a:cubicBezTo>
                  <a:pt x="120431" y="93252"/>
                  <a:pt x="114875" y="92896"/>
                  <a:pt x="111672" y="89283"/>
                </a:cubicBezTo>
                <a:cubicBezTo>
                  <a:pt x="103625" y="80169"/>
                  <a:pt x="91911" y="74448"/>
                  <a:pt x="78828" y="74448"/>
                </a:cubicBezTo>
                <a:cubicBezTo>
                  <a:pt x="65744" y="74448"/>
                  <a:pt x="54030" y="80169"/>
                  <a:pt x="45983" y="8928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884621" y="5688724"/>
            <a:ext cx="4948621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无线通信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4621" y="5863897"/>
            <a:ext cx="4939862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WiFi/蓝牙替代有线串口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99241" y="6179207"/>
            <a:ext cx="5377793" cy="525517"/>
          </a:xfrm>
          <a:custGeom>
            <a:avLst/>
            <a:gdLst/>
            <a:ahLst/>
            <a:cxnLst/>
            <a:rect l="l" t="t" r="r" b="b"/>
            <a:pathLst>
              <a:path w="5377793" h="525517">
                <a:moveTo>
                  <a:pt x="70067" y="0"/>
                </a:moveTo>
                <a:lnTo>
                  <a:pt x="5307726" y="0"/>
                </a:lnTo>
                <a:cubicBezTo>
                  <a:pt x="5346397" y="0"/>
                  <a:pt x="5377793" y="31396"/>
                  <a:pt x="5377793" y="70067"/>
                </a:cubicBezTo>
                <a:lnTo>
                  <a:pt x="5377793" y="455450"/>
                </a:lnTo>
                <a:cubicBezTo>
                  <a:pt x="5377793" y="494147"/>
                  <a:pt x="5346423" y="525517"/>
                  <a:pt x="5307726" y="525517"/>
                </a:cubicBezTo>
                <a:lnTo>
                  <a:pt x="70067" y="525517"/>
                </a:lnTo>
                <a:cubicBezTo>
                  <a:pt x="31396" y="525517"/>
                  <a:pt x="0" y="494121"/>
                  <a:pt x="0" y="455450"/>
                </a:cubicBezTo>
                <a:lnTo>
                  <a:pt x="0" y="70067"/>
                </a:lnTo>
                <a:cubicBezTo>
                  <a:pt x="0" y="31396"/>
                  <a:pt x="31396" y="0"/>
                  <a:pt x="700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4345" y="6371897"/>
            <a:ext cx="175172" cy="140138"/>
          </a:xfrm>
          <a:custGeom>
            <a:avLst/>
            <a:gdLst/>
            <a:ahLst/>
            <a:cxnLst/>
            <a:rect l="l" t="t" r="r" b="b"/>
            <a:pathLst>
              <a:path w="175172" h="140138">
                <a:moveTo>
                  <a:pt x="144517" y="35034"/>
                </a:moveTo>
                <a:cubicBezTo>
                  <a:pt x="146926" y="35034"/>
                  <a:pt x="148897" y="37005"/>
                  <a:pt x="148897" y="39414"/>
                </a:cubicBezTo>
                <a:lnTo>
                  <a:pt x="148897" y="100724"/>
                </a:lnTo>
                <a:cubicBezTo>
                  <a:pt x="148897" y="103133"/>
                  <a:pt x="146926" y="105103"/>
                  <a:pt x="144517" y="105103"/>
                </a:cubicBezTo>
                <a:lnTo>
                  <a:pt x="30655" y="105103"/>
                </a:lnTo>
                <a:cubicBezTo>
                  <a:pt x="28247" y="105103"/>
                  <a:pt x="26276" y="103133"/>
                  <a:pt x="26276" y="100724"/>
                </a:cubicBezTo>
                <a:lnTo>
                  <a:pt x="26276" y="39414"/>
                </a:lnTo>
                <a:cubicBezTo>
                  <a:pt x="26276" y="37005"/>
                  <a:pt x="28247" y="35034"/>
                  <a:pt x="30655" y="35034"/>
                </a:cubicBezTo>
                <a:lnTo>
                  <a:pt x="144517" y="35034"/>
                </a:lnTo>
                <a:close/>
                <a:moveTo>
                  <a:pt x="30655" y="17517"/>
                </a:moveTo>
                <a:cubicBezTo>
                  <a:pt x="18557" y="17517"/>
                  <a:pt x="8759" y="27316"/>
                  <a:pt x="8759" y="39414"/>
                </a:cubicBezTo>
                <a:lnTo>
                  <a:pt x="8759" y="100724"/>
                </a:lnTo>
                <a:cubicBezTo>
                  <a:pt x="8759" y="112822"/>
                  <a:pt x="18557" y="122621"/>
                  <a:pt x="30655" y="122621"/>
                </a:cubicBezTo>
                <a:lnTo>
                  <a:pt x="144517" y="122621"/>
                </a:lnTo>
                <a:cubicBezTo>
                  <a:pt x="156615" y="122621"/>
                  <a:pt x="166414" y="112822"/>
                  <a:pt x="166414" y="100724"/>
                </a:cubicBezTo>
                <a:lnTo>
                  <a:pt x="166414" y="87586"/>
                </a:lnTo>
                <a:cubicBezTo>
                  <a:pt x="171258" y="87586"/>
                  <a:pt x="175172" y="83672"/>
                  <a:pt x="175172" y="78828"/>
                </a:cubicBezTo>
                <a:lnTo>
                  <a:pt x="175172" y="61310"/>
                </a:lnTo>
                <a:cubicBezTo>
                  <a:pt x="175172" y="56466"/>
                  <a:pt x="171258" y="52552"/>
                  <a:pt x="166414" y="52552"/>
                </a:cubicBezTo>
                <a:lnTo>
                  <a:pt x="166414" y="39414"/>
                </a:lnTo>
                <a:cubicBezTo>
                  <a:pt x="166414" y="27316"/>
                  <a:pt x="156615" y="17517"/>
                  <a:pt x="144517" y="17517"/>
                </a:cubicBezTo>
                <a:lnTo>
                  <a:pt x="30655" y="17517"/>
                </a:lnTo>
                <a:close/>
                <a:moveTo>
                  <a:pt x="45983" y="48172"/>
                </a:moveTo>
                <a:cubicBezTo>
                  <a:pt x="42342" y="48172"/>
                  <a:pt x="39414" y="51101"/>
                  <a:pt x="39414" y="54741"/>
                </a:cubicBezTo>
                <a:lnTo>
                  <a:pt x="39414" y="85397"/>
                </a:lnTo>
                <a:cubicBezTo>
                  <a:pt x="39414" y="89037"/>
                  <a:pt x="42342" y="91966"/>
                  <a:pt x="45983" y="91966"/>
                </a:cubicBezTo>
                <a:lnTo>
                  <a:pt x="129190" y="91966"/>
                </a:lnTo>
                <a:cubicBezTo>
                  <a:pt x="132830" y="91966"/>
                  <a:pt x="135759" y="89037"/>
                  <a:pt x="135759" y="85397"/>
                </a:cubicBezTo>
                <a:lnTo>
                  <a:pt x="135759" y="54741"/>
                </a:lnTo>
                <a:cubicBezTo>
                  <a:pt x="135759" y="51101"/>
                  <a:pt x="132830" y="48172"/>
                  <a:pt x="129190" y="48172"/>
                </a:cubicBezTo>
                <a:lnTo>
                  <a:pt x="45983" y="4817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884621" y="6284310"/>
            <a:ext cx="4948621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功耗优化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4621" y="6459483"/>
            <a:ext cx="4939862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低功耗模式，延长续航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0448" y="985345"/>
            <a:ext cx="5666828" cy="4624552"/>
          </a:xfrm>
          <a:custGeom>
            <a:avLst/>
            <a:gdLst/>
            <a:ahLst/>
            <a:cxnLst/>
            <a:rect l="l" t="t" r="r" b="b"/>
            <a:pathLst>
              <a:path w="5666828" h="4624552">
                <a:moveTo>
                  <a:pt x="105116" y="0"/>
                </a:moveTo>
                <a:lnTo>
                  <a:pt x="5561712" y="0"/>
                </a:lnTo>
                <a:cubicBezTo>
                  <a:pt x="5619766" y="0"/>
                  <a:pt x="5666828" y="47062"/>
                  <a:pt x="5666828" y="105116"/>
                </a:cubicBezTo>
                <a:lnTo>
                  <a:pt x="5666828" y="4519436"/>
                </a:lnTo>
                <a:cubicBezTo>
                  <a:pt x="5666828" y="4577490"/>
                  <a:pt x="5619766" y="4624552"/>
                  <a:pt x="5561712" y="4624552"/>
                </a:cubicBezTo>
                <a:lnTo>
                  <a:pt x="105116" y="4624552"/>
                </a:lnTo>
                <a:cubicBezTo>
                  <a:pt x="47062" y="4624552"/>
                  <a:pt x="0" y="4577490"/>
                  <a:pt x="0" y="4519436"/>
                </a:cubicBezTo>
                <a:lnTo>
                  <a:pt x="0" y="105116"/>
                </a:lnTo>
                <a:cubicBezTo>
                  <a:pt x="0" y="47062"/>
                  <a:pt x="47062" y="0"/>
                  <a:pt x="10511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36862" y="1164897"/>
            <a:ext cx="175172" cy="175172"/>
          </a:xfrm>
          <a:custGeom>
            <a:avLst/>
            <a:gdLst/>
            <a:ahLst/>
            <a:cxnLst/>
            <a:rect l="l" t="t" r="r" b="b"/>
            <a:pathLst>
              <a:path w="175172" h="175172">
                <a:moveTo>
                  <a:pt x="120397" y="95797"/>
                </a:moveTo>
                <a:lnTo>
                  <a:pt x="55084" y="95797"/>
                </a:lnTo>
                <a:cubicBezTo>
                  <a:pt x="56076" y="117865"/>
                  <a:pt x="60968" y="138188"/>
                  <a:pt x="67914" y="153071"/>
                </a:cubicBezTo>
                <a:cubicBezTo>
                  <a:pt x="71814" y="161453"/>
                  <a:pt x="76022" y="167372"/>
                  <a:pt x="79922" y="170998"/>
                </a:cubicBezTo>
                <a:cubicBezTo>
                  <a:pt x="83754" y="174591"/>
                  <a:pt x="86389" y="175172"/>
                  <a:pt x="87757" y="175172"/>
                </a:cubicBezTo>
                <a:cubicBezTo>
                  <a:pt x="89126" y="175172"/>
                  <a:pt x="91760" y="174591"/>
                  <a:pt x="95592" y="170998"/>
                </a:cubicBezTo>
                <a:cubicBezTo>
                  <a:pt x="99492" y="167372"/>
                  <a:pt x="103701" y="161419"/>
                  <a:pt x="107601" y="153071"/>
                </a:cubicBezTo>
                <a:cubicBezTo>
                  <a:pt x="114546" y="138188"/>
                  <a:pt x="119439" y="117865"/>
                  <a:pt x="120431" y="95797"/>
                </a:cubicBezTo>
                <a:close/>
                <a:moveTo>
                  <a:pt x="55049" y="79375"/>
                </a:moveTo>
                <a:lnTo>
                  <a:pt x="120363" y="79375"/>
                </a:lnTo>
                <a:cubicBezTo>
                  <a:pt x="119405" y="57307"/>
                  <a:pt x="114512" y="36985"/>
                  <a:pt x="107567" y="22102"/>
                </a:cubicBezTo>
                <a:cubicBezTo>
                  <a:pt x="103666" y="13754"/>
                  <a:pt x="99458" y="7801"/>
                  <a:pt x="95558" y="4174"/>
                </a:cubicBezTo>
                <a:cubicBezTo>
                  <a:pt x="91726" y="582"/>
                  <a:pt x="89092" y="0"/>
                  <a:pt x="87723" y="0"/>
                </a:cubicBezTo>
                <a:cubicBezTo>
                  <a:pt x="86355" y="0"/>
                  <a:pt x="83720" y="582"/>
                  <a:pt x="79888" y="4174"/>
                </a:cubicBezTo>
                <a:cubicBezTo>
                  <a:pt x="75988" y="7801"/>
                  <a:pt x="71780" y="13754"/>
                  <a:pt x="67879" y="22102"/>
                </a:cubicBezTo>
                <a:cubicBezTo>
                  <a:pt x="60934" y="36985"/>
                  <a:pt x="56041" y="57307"/>
                  <a:pt x="55049" y="79375"/>
                </a:cubicBezTo>
                <a:close/>
                <a:moveTo>
                  <a:pt x="38627" y="79375"/>
                </a:moveTo>
                <a:cubicBezTo>
                  <a:pt x="39824" y="50088"/>
                  <a:pt x="47386" y="22889"/>
                  <a:pt x="58436" y="5029"/>
                </a:cubicBezTo>
                <a:cubicBezTo>
                  <a:pt x="26926" y="16183"/>
                  <a:pt x="3729" y="44888"/>
                  <a:pt x="513" y="79375"/>
                </a:cubicBezTo>
                <a:lnTo>
                  <a:pt x="38627" y="79375"/>
                </a:lnTo>
                <a:close/>
                <a:moveTo>
                  <a:pt x="513" y="95797"/>
                </a:moveTo>
                <a:cubicBezTo>
                  <a:pt x="3729" y="130284"/>
                  <a:pt x="26926" y="158989"/>
                  <a:pt x="58436" y="170143"/>
                </a:cubicBezTo>
                <a:cubicBezTo>
                  <a:pt x="47386" y="152284"/>
                  <a:pt x="39824" y="125084"/>
                  <a:pt x="38627" y="95797"/>
                </a:cubicBezTo>
                <a:lnTo>
                  <a:pt x="513" y="95797"/>
                </a:lnTo>
                <a:close/>
                <a:moveTo>
                  <a:pt x="136819" y="95797"/>
                </a:moveTo>
                <a:cubicBezTo>
                  <a:pt x="135622" y="125084"/>
                  <a:pt x="128061" y="152284"/>
                  <a:pt x="117010" y="170143"/>
                </a:cubicBezTo>
                <a:cubicBezTo>
                  <a:pt x="148520" y="158955"/>
                  <a:pt x="171717" y="130284"/>
                  <a:pt x="174933" y="95797"/>
                </a:cubicBezTo>
                <a:lnTo>
                  <a:pt x="136819" y="95797"/>
                </a:lnTo>
                <a:close/>
                <a:moveTo>
                  <a:pt x="174933" y="79375"/>
                </a:moveTo>
                <a:cubicBezTo>
                  <a:pt x="171717" y="44888"/>
                  <a:pt x="148520" y="16183"/>
                  <a:pt x="117010" y="5029"/>
                </a:cubicBezTo>
                <a:cubicBezTo>
                  <a:pt x="128061" y="22889"/>
                  <a:pt x="135622" y="50088"/>
                  <a:pt x="136819" y="79375"/>
                </a:cubicBezTo>
                <a:lnTo>
                  <a:pt x="174933" y="793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6" name="Text 54"/>
          <p:cNvSpPr/>
          <p:nvPr/>
        </p:nvSpPr>
        <p:spPr>
          <a:xfrm>
            <a:off x="6533931" y="1129862"/>
            <a:ext cx="524641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长远想象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14966" y="1480207"/>
            <a:ext cx="5377793" cy="770759"/>
          </a:xfrm>
          <a:custGeom>
            <a:avLst/>
            <a:gdLst/>
            <a:ahLst/>
            <a:cxnLst/>
            <a:rect l="l" t="t" r="r" b="b"/>
            <a:pathLst>
              <a:path w="5377793" h="770759">
                <a:moveTo>
                  <a:pt x="70070" y="0"/>
                </a:moveTo>
                <a:lnTo>
                  <a:pt x="5307723" y="0"/>
                </a:lnTo>
                <a:cubicBezTo>
                  <a:pt x="5346422" y="0"/>
                  <a:pt x="5377793" y="31371"/>
                  <a:pt x="5377793" y="70070"/>
                </a:cubicBezTo>
                <a:lnTo>
                  <a:pt x="5377793" y="700689"/>
                </a:lnTo>
                <a:cubicBezTo>
                  <a:pt x="5377793" y="739387"/>
                  <a:pt x="5346422" y="770759"/>
                  <a:pt x="5307723" y="770759"/>
                </a:cubicBezTo>
                <a:lnTo>
                  <a:pt x="70070" y="770759"/>
                </a:lnTo>
                <a:cubicBezTo>
                  <a:pt x="31397" y="770759"/>
                  <a:pt x="0" y="739361"/>
                  <a:pt x="0" y="700689"/>
                </a:cubicBezTo>
                <a:lnTo>
                  <a:pt x="0" y="70070"/>
                </a:lnTo>
                <a:cubicBezTo>
                  <a:pt x="0" y="31371"/>
                  <a:pt x="31371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66052" y="1637862"/>
            <a:ext cx="197069" cy="175172"/>
          </a:xfrm>
          <a:custGeom>
            <a:avLst/>
            <a:gdLst/>
            <a:ahLst/>
            <a:cxnLst/>
            <a:rect l="l" t="t" r="r" b="b"/>
            <a:pathLst>
              <a:path w="197069" h="175172">
                <a:moveTo>
                  <a:pt x="43793" y="21897"/>
                </a:moveTo>
                <a:cubicBezTo>
                  <a:pt x="43793" y="9819"/>
                  <a:pt x="53612" y="0"/>
                  <a:pt x="65690" y="0"/>
                </a:cubicBezTo>
                <a:lnTo>
                  <a:pt x="131379" y="0"/>
                </a:lnTo>
                <a:cubicBezTo>
                  <a:pt x="143457" y="0"/>
                  <a:pt x="153276" y="9819"/>
                  <a:pt x="153276" y="21897"/>
                </a:cubicBezTo>
                <a:lnTo>
                  <a:pt x="153276" y="43793"/>
                </a:lnTo>
                <a:lnTo>
                  <a:pt x="175172" y="43793"/>
                </a:lnTo>
                <a:cubicBezTo>
                  <a:pt x="187250" y="43793"/>
                  <a:pt x="197069" y="53612"/>
                  <a:pt x="197069" y="65690"/>
                </a:cubicBezTo>
                <a:lnTo>
                  <a:pt x="197069" y="153276"/>
                </a:lnTo>
                <a:cubicBezTo>
                  <a:pt x="197069" y="165353"/>
                  <a:pt x="187250" y="175172"/>
                  <a:pt x="175172" y="175172"/>
                </a:cubicBezTo>
                <a:lnTo>
                  <a:pt x="21897" y="175172"/>
                </a:lnTo>
                <a:cubicBezTo>
                  <a:pt x="9819" y="175172"/>
                  <a:pt x="0" y="165353"/>
                  <a:pt x="0" y="153276"/>
                </a:cubicBezTo>
                <a:lnTo>
                  <a:pt x="0" y="65690"/>
                </a:lnTo>
                <a:cubicBezTo>
                  <a:pt x="0" y="53612"/>
                  <a:pt x="9819" y="43793"/>
                  <a:pt x="21897" y="43793"/>
                </a:cubicBezTo>
                <a:lnTo>
                  <a:pt x="43793" y="43793"/>
                </a:lnTo>
                <a:lnTo>
                  <a:pt x="43793" y="21897"/>
                </a:lnTo>
                <a:close/>
                <a:moveTo>
                  <a:pt x="93060" y="120431"/>
                </a:moveTo>
                <a:cubicBezTo>
                  <a:pt x="87005" y="120431"/>
                  <a:pt x="82112" y="125324"/>
                  <a:pt x="82112" y="131379"/>
                </a:cubicBezTo>
                <a:lnTo>
                  <a:pt x="82112" y="158750"/>
                </a:lnTo>
                <a:lnTo>
                  <a:pt x="114957" y="158750"/>
                </a:lnTo>
                <a:lnTo>
                  <a:pt x="114957" y="131379"/>
                </a:lnTo>
                <a:cubicBezTo>
                  <a:pt x="114957" y="125324"/>
                  <a:pt x="110064" y="120431"/>
                  <a:pt x="104009" y="120431"/>
                </a:cubicBezTo>
                <a:lnTo>
                  <a:pt x="93060" y="120431"/>
                </a:lnTo>
                <a:close/>
                <a:moveTo>
                  <a:pt x="43793" y="125905"/>
                </a:moveTo>
                <a:lnTo>
                  <a:pt x="43793" y="114957"/>
                </a:lnTo>
                <a:cubicBezTo>
                  <a:pt x="43793" y="111946"/>
                  <a:pt x="41330" y="109483"/>
                  <a:pt x="38319" y="109483"/>
                </a:cubicBezTo>
                <a:lnTo>
                  <a:pt x="27371" y="109483"/>
                </a:lnTo>
                <a:cubicBezTo>
                  <a:pt x="24360" y="109483"/>
                  <a:pt x="21897" y="111946"/>
                  <a:pt x="21897" y="114957"/>
                </a:cubicBezTo>
                <a:lnTo>
                  <a:pt x="21897" y="125905"/>
                </a:lnTo>
                <a:cubicBezTo>
                  <a:pt x="21897" y="128916"/>
                  <a:pt x="24360" y="131379"/>
                  <a:pt x="27371" y="131379"/>
                </a:cubicBezTo>
                <a:lnTo>
                  <a:pt x="38319" y="131379"/>
                </a:lnTo>
                <a:cubicBezTo>
                  <a:pt x="41330" y="131379"/>
                  <a:pt x="43793" y="128916"/>
                  <a:pt x="43793" y="125905"/>
                </a:cubicBezTo>
                <a:close/>
                <a:moveTo>
                  <a:pt x="38319" y="87586"/>
                </a:moveTo>
                <a:cubicBezTo>
                  <a:pt x="41330" y="87586"/>
                  <a:pt x="43793" y="85123"/>
                  <a:pt x="43793" y="82112"/>
                </a:cubicBezTo>
                <a:lnTo>
                  <a:pt x="43793" y="71164"/>
                </a:lnTo>
                <a:cubicBezTo>
                  <a:pt x="43793" y="68153"/>
                  <a:pt x="41330" y="65690"/>
                  <a:pt x="38319" y="65690"/>
                </a:cubicBezTo>
                <a:lnTo>
                  <a:pt x="27371" y="65690"/>
                </a:lnTo>
                <a:cubicBezTo>
                  <a:pt x="24360" y="65690"/>
                  <a:pt x="21897" y="68153"/>
                  <a:pt x="21897" y="71164"/>
                </a:cubicBezTo>
                <a:lnTo>
                  <a:pt x="21897" y="82112"/>
                </a:lnTo>
                <a:cubicBezTo>
                  <a:pt x="21897" y="85123"/>
                  <a:pt x="24360" y="87586"/>
                  <a:pt x="27371" y="87586"/>
                </a:cubicBezTo>
                <a:lnTo>
                  <a:pt x="38319" y="87586"/>
                </a:lnTo>
                <a:close/>
                <a:moveTo>
                  <a:pt x="175172" y="125905"/>
                </a:moveTo>
                <a:lnTo>
                  <a:pt x="175172" y="114957"/>
                </a:lnTo>
                <a:cubicBezTo>
                  <a:pt x="175172" y="111946"/>
                  <a:pt x="172709" y="109483"/>
                  <a:pt x="169698" y="109483"/>
                </a:cubicBezTo>
                <a:lnTo>
                  <a:pt x="158750" y="109483"/>
                </a:lnTo>
                <a:cubicBezTo>
                  <a:pt x="155739" y="109483"/>
                  <a:pt x="153276" y="111946"/>
                  <a:pt x="153276" y="114957"/>
                </a:cubicBezTo>
                <a:lnTo>
                  <a:pt x="153276" y="125905"/>
                </a:lnTo>
                <a:cubicBezTo>
                  <a:pt x="153276" y="128916"/>
                  <a:pt x="155739" y="131379"/>
                  <a:pt x="158750" y="131379"/>
                </a:cubicBezTo>
                <a:lnTo>
                  <a:pt x="169698" y="131379"/>
                </a:lnTo>
                <a:cubicBezTo>
                  <a:pt x="172709" y="131379"/>
                  <a:pt x="175172" y="128916"/>
                  <a:pt x="175172" y="125905"/>
                </a:cubicBezTo>
                <a:close/>
                <a:moveTo>
                  <a:pt x="169698" y="87586"/>
                </a:moveTo>
                <a:cubicBezTo>
                  <a:pt x="172709" y="87586"/>
                  <a:pt x="175172" y="85123"/>
                  <a:pt x="175172" y="82112"/>
                </a:cubicBezTo>
                <a:lnTo>
                  <a:pt x="175172" y="71164"/>
                </a:lnTo>
                <a:cubicBezTo>
                  <a:pt x="175172" y="68153"/>
                  <a:pt x="172709" y="65690"/>
                  <a:pt x="169698" y="65690"/>
                </a:cubicBezTo>
                <a:lnTo>
                  <a:pt x="158750" y="65690"/>
                </a:lnTo>
                <a:cubicBezTo>
                  <a:pt x="155739" y="65690"/>
                  <a:pt x="153276" y="68153"/>
                  <a:pt x="153276" y="71164"/>
                </a:cubicBezTo>
                <a:lnTo>
                  <a:pt x="153276" y="82112"/>
                </a:lnTo>
                <a:cubicBezTo>
                  <a:pt x="153276" y="85123"/>
                  <a:pt x="155739" y="87586"/>
                  <a:pt x="158750" y="87586"/>
                </a:cubicBezTo>
                <a:lnTo>
                  <a:pt x="169698" y="87586"/>
                </a:lnTo>
                <a:close/>
                <a:moveTo>
                  <a:pt x="90323" y="35582"/>
                </a:moveTo>
                <a:lnTo>
                  <a:pt x="90323" y="46530"/>
                </a:lnTo>
                <a:lnTo>
                  <a:pt x="79375" y="46530"/>
                </a:lnTo>
                <a:cubicBezTo>
                  <a:pt x="76364" y="46530"/>
                  <a:pt x="73901" y="48994"/>
                  <a:pt x="73901" y="52004"/>
                </a:cubicBezTo>
                <a:lnTo>
                  <a:pt x="73901" y="57478"/>
                </a:lnTo>
                <a:cubicBezTo>
                  <a:pt x="73901" y="60489"/>
                  <a:pt x="76364" y="62953"/>
                  <a:pt x="79375" y="62953"/>
                </a:cubicBezTo>
                <a:lnTo>
                  <a:pt x="90323" y="62953"/>
                </a:lnTo>
                <a:lnTo>
                  <a:pt x="90323" y="73901"/>
                </a:lnTo>
                <a:cubicBezTo>
                  <a:pt x="90323" y="76912"/>
                  <a:pt x="92787" y="79375"/>
                  <a:pt x="95797" y="79375"/>
                </a:cubicBezTo>
                <a:lnTo>
                  <a:pt x="101272" y="79375"/>
                </a:lnTo>
                <a:cubicBezTo>
                  <a:pt x="104282" y="79375"/>
                  <a:pt x="106746" y="76912"/>
                  <a:pt x="106746" y="73901"/>
                </a:cubicBezTo>
                <a:lnTo>
                  <a:pt x="106746" y="62953"/>
                </a:lnTo>
                <a:lnTo>
                  <a:pt x="117694" y="62953"/>
                </a:lnTo>
                <a:cubicBezTo>
                  <a:pt x="120705" y="62953"/>
                  <a:pt x="123168" y="60489"/>
                  <a:pt x="123168" y="57478"/>
                </a:cubicBezTo>
                <a:lnTo>
                  <a:pt x="123168" y="52004"/>
                </a:lnTo>
                <a:cubicBezTo>
                  <a:pt x="123168" y="48994"/>
                  <a:pt x="120705" y="46530"/>
                  <a:pt x="117694" y="46530"/>
                </a:cubicBezTo>
                <a:lnTo>
                  <a:pt x="106746" y="46530"/>
                </a:lnTo>
                <a:lnTo>
                  <a:pt x="106746" y="35582"/>
                </a:lnTo>
                <a:cubicBezTo>
                  <a:pt x="106746" y="32571"/>
                  <a:pt x="104282" y="30108"/>
                  <a:pt x="101272" y="30108"/>
                </a:cubicBezTo>
                <a:lnTo>
                  <a:pt x="95797" y="30108"/>
                </a:lnTo>
                <a:cubicBezTo>
                  <a:pt x="92787" y="30108"/>
                  <a:pt x="90323" y="32571"/>
                  <a:pt x="90323" y="3558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9" name="Text 57"/>
          <p:cNvSpPr/>
          <p:nvPr/>
        </p:nvSpPr>
        <p:spPr>
          <a:xfrm>
            <a:off x="6779172" y="1620345"/>
            <a:ext cx="63062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远程医疗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55103" y="1935655"/>
            <a:ext cx="515006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医生可远程操控机械臂进行手术或检查，减少交叉感染风险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14966" y="2316655"/>
            <a:ext cx="5377793" cy="770759"/>
          </a:xfrm>
          <a:custGeom>
            <a:avLst/>
            <a:gdLst/>
            <a:ahLst/>
            <a:cxnLst/>
            <a:rect l="l" t="t" r="r" b="b"/>
            <a:pathLst>
              <a:path w="5377793" h="770759">
                <a:moveTo>
                  <a:pt x="70070" y="0"/>
                </a:moveTo>
                <a:lnTo>
                  <a:pt x="5307723" y="0"/>
                </a:lnTo>
                <a:cubicBezTo>
                  <a:pt x="5346422" y="0"/>
                  <a:pt x="5377793" y="31371"/>
                  <a:pt x="5377793" y="70070"/>
                </a:cubicBezTo>
                <a:lnTo>
                  <a:pt x="5377793" y="700689"/>
                </a:lnTo>
                <a:cubicBezTo>
                  <a:pt x="5377793" y="739387"/>
                  <a:pt x="5346422" y="770759"/>
                  <a:pt x="5307723" y="770759"/>
                </a:cubicBezTo>
                <a:lnTo>
                  <a:pt x="70070" y="770759"/>
                </a:lnTo>
                <a:cubicBezTo>
                  <a:pt x="31397" y="770759"/>
                  <a:pt x="0" y="739361"/>
                  <a:pt x="0" y="700689"/>
                </a:cubicBezTo>
                <a:lnTo>
                  <a:pt x="0" y="70070"/>
                </a:lnTo>
                <a:cubicBezTo>
                  <a:pt x="0" y="31371"/>
                  <a:pt x="31371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66052" y="2474310"/>
            <a:ext cx="197069" cy="175172"/>
          </a:xfrm>
          <a:custGeom>
            <a:avLst/>
            <a:gdLst/>
            <a:ahLst/>
            <a:cxnLst/>
            <a:rect l="l" t="t" r="r" b="b"/>
            <a:pathLst>
              <a:path w="197069" h="175172">
                <a:moveTo>
                  <a:pt x="152660" y="11804"/>
                </a:moveTo>
                <a:cubicBezTo>
                  <a:pt x="147802" y="8348"/>
                  <a:pt x="141199" y="10230"/>
                  <a:pt x="138222" y="15396"/>
                </a:cubicBezTo>
                <a:lnTo>
                  <a:pt x="113452" y="58265"/>
                </a:lnTo>
                <a:cubicBezTo>
                  <a:pt x="124160" y="63671"/>
                  <a:pt x="131516" y="74790"/>
                  <a:pt x="131516" y="87586"/>
                </a:cubicBezTo>
                <a:lnTo>
                  <a:pt x="180783" y="87586"/>
                </a:lnTo>
                <a:cubicBezTo>
                  <a:pt x="186839" y="87586"/>
                  <a:pt x="191800" y="82659"/>
                  <a:pt x="191082" y="76672"/>
                </a:cubicBezTo>
                <a:cubicBezTo>
                  <a:pt x="187968" y="49952"/>
                  <a:pt x="173496" y="26686"/>
                  <a:pt x="152660" y="11804"/>
                </a:cubicBezTo>
                <a:close/>
                <a:moveTo>
                  <a:pt x="59086" y="15362"/>
                </a:moveTo>
                <a:cubicBezTo>
                  <a:pt x="56110" y="10196"/>
                  <a:pt x="49507" y="8314"/>
                  <a:pt x="44648" y="11804"/>
                </a:cubicBezTo>
                <a:cubicBezTo>
                  <a:pt x="23812" y="26652"/>
                  <a:pt x="9340" y="49917"/>
                  <a:pt x="6227" y="76672"/>
                </a:cubicBezTo>
                <a:cubicBezTo>
                  <a:pt x="5508" y="82659"/>
                  <a:pt x="10504" y="87586"/>
                  <a:pt x="16525" y="87586"/>
                </a:cubicBezTo>
                <a:lnTo>
                  <a:pt x="65792" y="87586"/>
                </a:lnTo>
                <a:cubicBezTo>
                  <a:pt x="65792" y="74756"/>
                  <a:pt x="73148" y="63671"/>
                  <a:pt x="83857" y="58265"/>
                </a:cubicBezTo>
                <a:lnTo>
                  <a:pt x="59086" y="15362"/>
                </a:lnTo>
                <a:close/>
                <a:moveTo>
                  <a:pt x="55870" y="157963"/>
                </a:moveTo>
                <a:cubicBezTo>
                  <a:pt x="52894" y="163129"/>
                  <a:pt x="54570" y="169767"/>
                  <a:pt x="59976" y="172264"/>
                </a:cubicBezTo>
                <a:cubicBezTo>
                  <a:pt x="71745" y="177636"/>
                  <a:pt x="84849" y="180647"/>
                  <a:pt x="98637" y="180647"/>
                </a:cubicBezTo>
                <a:cubicBezTo>
                  <a:pt x="112425" y="180647"/>
                  <a:pt x="125529" y="177636"/>
                  <a:pt x="137298" y="172264"/>
                </a:cubicBezTo>
                <a:cubicBezTo>
                  <a:pt x="142704" y="169801"/>
                  <a:pt x="144380" y="163129"/>
                  <a:pt x="141404" y="157963"/>
                </a:cubicBezTo>
                <a:lnTo>
                  <a:pt x="116668" y="115060"/>
                </a:lnTo>
                <a:cubicBezTo>
                  <a:pt x="111501" y="118447"/>
                  <a:pt x="105309" y="120431"/>
                  <a:pt x="98671" y="120431"/>
                </a:cubicBezTo>
                <a:cubicBezTo>
                  <a:pt x="92034" y="120431"/>
                  <a:pt x="85841" y="118447"/>
                  <a:pt x="80675" y="115060"/>
                </a:cubicBezTo>
                <a:lnTo>
                  <a:pt x="55870" y="157963"/>
                </a:lnTo>
                <a:close/>
                <a:moveTo>
                  <a:pt x="98637" y="104009"/>
                </a:moveTo>
                <a:cubicBezTo>
                  <a:pt x="104504" y="103966"/>
                  <a:pt x="109903" y="100796"/>
                  <a:pt x="112799" y="95694"/>
                </a:cubicBezTo>
                <a:cubicBezTo>
                  <a:pt x="115696" y="90591"/>
                  <a:pt x="115650" y="84331"/>
                  <a:pt x="112680" y="79271"/>
                </a:cubicBezTo>
                <a:cubicBezTo>
                  <a:pt x="109709" y="74212"/>
                  <a:pt x="104265" y="71121"/>
                  <a:pt x="98398" y="71164"/>
                </a:cubicBezTo>
                <a:cubicBezTo>
                  <a:pt x="89334" y="71230"/>
                  <a:pt x="82029" y="78642"/>
                  <a:pt x="82095" y="87706"/>
                </a:cubicBezTo>
                <a:cubicBezTo>
                  <a:pt x="82161" y="96770"/>
                  <a:pt x="89573" y="104075"/>
                  <a:pt x="98637" y="1040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Text 61"/>
          <p:cNvSpPr/>
          <p:nvPr/>
        </p:nvSpPr>
        <p:spPr>
          <a:xfrm>
            <a:off x="6779172" y="2456793"/>
            <a:ext cx="770759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核废料处理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55103" y="2772103"/>
            <a:ext cx="515006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操作员在安全区域远程控制机械臂处理危险物质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14966" y="3153103"/>
            <a:ext cx="5377793" cy="770759"/>
          </a:xfrm>
          <a:custGeom>
            <a:avLst/>
            <a:gdLst/>
            <a:ahLst/>
            <a:cxnLst/>
            <a:rect l="l" t="t" r="r" b="b"/>
            <a:pathLst>
              <a:path w="5377793" h="770759">
                <a:moveTo>
                  <a:pt x="70070" y="0"/>
                </a:moveTo>
                <a:lnTo>
                  <a:pt x="5307723" y="0"/>
                </a:lnTo>
                <a:cubicBezTo>
                  <a:pt x="5346422" y="0"/>
                  <a:pt x="5377793" y="31371"/>
                  <a:pt x="5377793" y="70070"/>
                </a:cubicBezTo>
                <a:lnTo>
                  <a:pt x="5377793" y="700689"/>
                </a:lnTo>
                <a:cubicBezTo>
                  <a:pt x="5377793" y="739387"/>
                  <a:pt x="5346422" y="770759"/>
                  <a:pt x="5307723" y="770759"/>
                </a:cubicBezTo>
                <a:lnTo>
                  <a:pt x="70070" y="770759"/>
                </a:lnTo>
                <a:cubicBezTo>
                  <a:pt x="31397" y="770759"/>
                  <a:pt x="0" y="739361"/>
                  <a:pt x="0" y="700689"/>
                </a:cubicBezTo>
                <a:lnTo>
                  <a:pt x="0" y="70070"/>
                </a:lnTo>
                <a:cubicBezTo>
                  <a:pt x="0" y="31371"/>
                  <a:pt x="31371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477000" y="3310759"/>
            <a:ext cx="175172" cy="175172"/>
          </a:xfrm>
          <a:custGeom>
            <a:avLst/>
            <a:gdLst/>
            <a:ahLst/>
            <a:cxnLst/>
            <a:rect l="l" t="t" r="r" b="b"/>
            <a:pathLst>
              <a:path w="175172" h="175172">
                <a:moveTo>
                  <a:pt x="46530" y="13685"/>
                </a:moveTo>
                <a:cubicBezTo>
                  <a:pt x="46530" y="3111"/>
                  <a:pt x="55115" y="-5474"/>
                  <a:pt x="65690" y="-5474"/>
                </a:cubicBezTo>
                <a:cubicBezTo>
                  <a:pt x="76264" y="-5474"/>
                  <a:pt x="84849" y="3111"/>
                  <a:pt x="84849" y="13685"/>
                </a:cubicBezTo>
                <a:cubicBezTo>
                  <a:pt x="84849" y="24260"/>
                  <a:pt x="76264" y="32845"/>
                  <a:pt x="65690" y="32845"/>
                </a:cubicBezTo>
                <a:cubicBezTo>
                  <a:pt x="55115" y="32845"/>
                  <a:pt x="46530" y="24260"/>
                  <a:pt x="46530" y="13685"/>
                </a:cubicBezTo>
                <a:close/>
                <a:moveTo>
                  <a:pt x="40338" y="67606"/>
                </a:moveTo>
                <a:lnTo>
                  <a:pt x="44648" y="89160"/>
                </a:lnTo>
                <a:cubicBezTo>
                  <a:pt x="31442" y="93402"/>
                  <a:pt x="21897" y="105822"/>
                  <a:pt x="21897" y="120431"/>
                </a:cubicBezTo>
                <a:cubicBezTo>
                  <a:pt x="21897" y="138564"/>
                  <a:pt x="36608" y="153276"/>
                  <a:pt x="54741" y="153276"/>
                </a:cubicBezTo>
                <a:cubicBezTo>
                  <a:pt x="66921" y="153276"/>
                  <a:pt x="77562" y="146638"/>
                  <a:pt x="83241" y="136785"/>
                </a:cubicBezTo>
                <a:cubicBezTo>
                  <a:pt x="84028" y="136819"/>
                  <a:pt x="84815" y="136853"/>
                  <a:pt x="85636" y="136853"/>
                </a:cubicBezTo>
                <a:lnTo>
                  <a:pt x="87039" y="136853"/>
                </a:lnTo>
                <a:cubicBezTo>
                  <a:pt x="87381" y="136853"/>
                  <a:pt x="87757" y="136853"/>
                  <a:pt x="88099" y="136853"/>
                </a:cubicBezTo>
                <a:lnTo>
                  <a:pt x="106985" y="136853"/>
                </a:lnTo>
                <a:cubicBezTo>
                  <a:pt x="100006" y="159058"/>
                  <a:pt x="79272" y="175172"/>
                  <a:pt x="54741" y="175172"/>
                </a:cubicBezTo>
                <a:cubicBezTo>
                  <a:pt x="24497" y="175172"/>
                  <a:pt x="0" y="150676"/>
                  <a:pt x="0" y="120431"/>
                </a:cubicBezTo>
                <a:cubicBezTo>
                  <a:pt x="0" y="95182"/>
                  <a:pt x="17107" y="73935"/>
                  <a:pt x="40338" y="67606"/>
                </a:cubicBezTo>
                <a:close/>
                <a:moveTo>
                  <a:pt x="91179" y="57992"/>
                </a:moveTo>
                <a:lnTo>
                  <a:pt x="99287" y="98534"/>
                </a:lnTo>
                <a:lnTo>
                  <a:pt x="119986" y="98534"/>
                </a:lnTo>
                <a:cubicBezTo>
                  <a:pt x="131379" y="98534"/>
                  <a:pt x="141609" y="105617"/>
                  <a:pt x="145612" y="116291"/>
                </a:cubicBezTo>
                <a:lnTo>
                  <a:pt x="154336" y="139556"/>
                </a:lnTo>
                <a:lnTo>
                  <a:pt x="160734" y="137435"/>
                </a:lnTo>
                <a:cubicBezTo>
                  <a:pt x="166482" y="135519"/>
                  <a:pt x="172675" y="138633"/>
                  <a:pt x="174591" y="144346"/>
                </a:cubicBezTo>
                <a:cubicBezTo>
                  <a:pt x="176507" y="150060"/>
                  <a:pt x="173393" y="156287"/>
                  <a:pt x="167680" y="158203"/>
                </a:cubicBezTo>
                <a:lnTo>
                  <a:pt x="151257" y="163677"/>
                </a:lnTo>
                <a:cubicBezTo>
                  <a:pt x="145680" y="165524"/>
                  <a:pt x="139625" y="162650"/>
                  <a:pt x="137538" y="157142"/>
                </a:cubicBezTo>
                <a:lnTo>
                  <a:pt x="125118" y="123989"/>
                </a:lnTo>
                <a:cubicBezTo>
                  <a:pt x="124331" y="121868"/>
                  <a:pt x="122279" y="120431"/>
                  <a:pt x="119986" y="120431"/>
                </a:cubicBezTo>
                <a:lnTo>
                  <a:pt x="90529" y="120431"/>
                </a:lnTo>
                <a:cubicBezTo>
                  <a:pt x="90392" y="120431"/>
                  <a:pt x="90255" y="120431"/>
                  <a:pt x="90084" y="120431"/>
                </a:cubicBezTo>
                <a:lnTo>
                  <a:pt x="85602" y="120431"/>
                </a:lnTo>
                <a:cubicBezTo>
                  <a:pt x="75167" y="120431"/>
                  <a:pt x="66169" y="113075"/>
                  <a:pt x="64116" y="102845"/>
                </a:cubicBezTo>
                <a:lnTo>
                  <a:pt x="56555" y="64903"/>
                </a:lnTo>
                <a:cubicBezTo>
                  <a:pt x="54365" y="53989"/>
                  <a:pt x="62713" y="43793"/>
                  <a:pt x="73867" y="43793"/>
                </a:cubicBezTo>
                <a:cubicBezTo>
                  <a:pt x="82283" y="43793"/>
                  <a:pt x="89536" y="49746"/>
                  <a:pt x="91179" y="5799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7" name="Text 65"/>
          <p:cNvSpPr/>
          <p:nvPr/>
        </p:nvSpPr>
        <p:spPr>
          <a:xfrm>
            <a:off x="6779172" y="3293241"/>
            <a:ext cx="63062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助残设备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55103" y="3608552"/>
            <a:ext cx="515006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为运动功能障碍患者提供自然的人机交互方式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14966" y="3989552"/>
            <a:ext cx="5377793" cy="770759"/>
          </a:xfrm>
          <a:custGeom>
            <a:avLst/>
            <a:gdLst/>
            <a:ahLst/>
            <a:cxnLst/>
            <a:rect l="l" t="t" r="r" b="b"/>
            <a:pathLst>
              <a:path w="5377793" h="770759">
                <a:moveTo>
                  <a:pt x="70070" y="0"/>
                </a:moveTo>
                <a:lnTo>
                  <a:pt x="5307723" y="0"/>
                </a:lnTo>
                <a:cubicBezTo>
                  <a:pt x="5346422" y="0"/>
                  <a:pt x="5377793" y="31371"/>
                  <a:pt x="5377793" y="70070"/>
                </a:cubicBezTo>
                <a:lnTo>
                  <a:pt x="5377793" y="700689"/>
                </a:lnTo>
                <a:cubicBezTo>
                  <a:pt x="5377793" y="739387"/>
                  <a:pt x="5346422" y="770759"/>
                  <a:pt x="5307723" y="770759"/>
                </a:cubicBezTo>
                <a:lnTo>
                  <a:pt x="70070" y="770759"/>
                </a:lnTo>
                <a:cubicBezTo>
                  <a:pt x="31397" y="770759"/>
                  <a:pt x="0" y="739361"/>
                  <a:pt x="0" y="700689"/>
                </a:cubicBezTo>
                <a:lnTo>
                  <a:pt x="0" y="70070"/>
                </a:lnTo>
                <a:cubicBezTo>
                  <a:pt x="0" y="31371"/>
                  <a:pt x="31371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466052" y="4147207"/>
            <a:ext cx="197069" cy="175172"/>
          </a:xfrm>
          <a:custGeom>
            <a:avLst/>
            <a:gdLst/>
            <a:ahLst/>
            <a:cxnLst/>
            <a:rect l="l" t="t" r="r" b="b"/>
            <a:pathLst>
              <a:path w="197069" h="175172">
                <a:moveTo>
                  <a:pt x="16422" y="66990"/>
                </a:moveTo>
                <a:lnTo>
                  <a:pt x="87997" y="96447"/>
                </a:lnTo>
                <a:cubicBezTo>
                  <a:pt x="91350" y="97816"/>
                  <a:pt x="94908" y="98534"/>
                  <a:pt x="98534" y="98534"/>
                </a:cubicBezTo>
                <a:cubicBezTo>
                  <a:pt x="102161" y="98534"/>
                  <a:pt x="105719" y="97816"/>
                  <a:pt x="109072" y="96447"/>
                </a:cubicBezTo>
                <a:lnTo>
                  <a:pt x="192005" y="62303"/>
                </a:lnTo>
                <a:cubicBezTo>
                  <a:pt x="195085" y="61037"/>
                  <a:pt x="197069" y="58060"/>
                  <a:pt x="197069" y="54741"/>
                </a:cubicBezTo>
                <a:cubicBezTo>
                  <a:pt x="197069" y="51423"/>
                  <a:pt x="195085" y="48446"/>
                  <a:pt x="192005" y="47180"/>
                </a:cubicBezTo>
                <a:lnTo>
                  <a:pt x="109072" y="13035"/>
                </a:lnTo>
                <a:cubicBezTo>
                  <a:pt x="105719" y="11667"/>
                  <a:pt x="102161" y="10948"/>
                  <a:pt x="98534" y="10948"/>
                </a:cubicBezTo>
                <a:cubicBezTo>
                  <a:pt x="94908" y="10948"/>
                  <a:pt x="91350" y="11667"/>
                  <a:pt x="87997" y="13035"/>
                </a:cubicBezTo>
                <a:lnTo>
                  <a:pt x="5064" y="47180"/>
                </a:lnTo>
                <a:cubicBezTo>
                  <a:pt x="1984" y="48446"/>
                  <a:pt x="0" y="51423"/>
                  <a:pt x="0" y="54741"/>
                </a:cubicBezTo>
                <a:lnTo>
                  <a:pt x="0" y="156013"/>
                </a:lnTo>
                <a:cubicBezTo>
                  <a:pt x="0" y="160563"/>
                  <a:pt x="3661" y="164224"/>
                  <a:pt x="8211" y="164224"/>
                </a:cubicBezTo>
                <a:cubicBezTo>
                  <a:pt x="12762" y="164224"/>
                  <a:pt x="16422" y="160563"/>
                  <a:pt x="16422" y="156013"/>
                </a:cubicBezTo>
                <a:lnTo>
                  <a:pt x="16422" y="66990"/>
                </a:lnTo>
                <a:close/>
                <a:moveTo>
                  <a:pt x="32845" y="91521"/>
                </a:moveTo>
                <a:lnTo>
                  <a:pt x="32845" y="131379"/>
                </a:lnTo>
                <a:cubicBezTo>
                  <a:pt x="32845" y="149512"/>
                  <a:pt x="62268" y="164224"/>
                  <a:pt x="98534" y="164224"/>
                </a:cubicBezTo>
                <a:cubicBezTo>
                  <a:pt x="134801" y="164224"/>
                  <a:pt x="164224" y="149512"/>
                  <a:pt x="164224" y="131379"/>
                </a:cubicBezTo>
                <a:lnTo>
                  <a:pt x="164224" y="91487"/>
                </a:lnTo>
                <a:lnTo>
                  <a:pt x="115333" y="111638"/>
                </a:lnTo>
                <a:cubicBezTo>
                  <a:pt x="109996" y="113828"/>
                  <a:pt x="104317" y="114957"/>
                  <a:pt x="98534" y="114957"/>
                </a:cubicBezTo>
                <a:cubicBezTo>
                  <a:pt x="92752" y="114957"/>
                  <a:pt x="87073" y="113828"/>
                  <a:pt x="81736" y="111638"/>
                </a:cubicBezTo>
                <a:lnTo>
                  <a:pt x="32845" y="914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1" name="Text 69"/>
          <p:cNvSpPr/>
          <p:nvPr/>
        </p:nvSpPr>
        <p:spPr>
          <a:xfrm>
            <a:off x="6779172" y="4129690"/>
            <a:ext cx="63062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教学平台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55103" y="4445000"/>
            <a:ext cx="515006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作为人机交互教学平台，推动AI+机器人跨学科融合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70448" y="5719379"/>
            <a:ext cx="5666828" cy="1129862"/>
          </a:xfrm>
          <a:custGeom>
            <a:avLst/>
            <a:gdLst/>
            <a:ahLst/>
            <a:cxnLst/>
            <a:rect l="l" t="t" r="r" b="b"/>
            <a:pathLst>
              <a:path w="5666828" h="1129862">
                <a:moveTo>
                  <a:pt x="105100" y="0"/>
                </a:moveTo>
                <a:lnTo>
                  <a:pt x="5561728" y="0"/>
                </a:lnTo>
                <a:cubicBezTo>
                  <a:pt x="5619773" y="0"/>
                  <a:pt x="5666828" y="47055"/>
                  <a:pt x="5666828" y="105100"/>
                </a:cubicBezTo>
                <a:lnTo>
                  <a:pt x="5666828" y="1024762"/>
                </a:lnTo>
                <a:cubicBezTo>
                  <a:pt x="5666828" y="1082807"/>
                  <a:pt x="5619773" y="1129862"/>
                  <a:pt x="5561728" y="1129862"/>
                </a:cubicBezTo>
                <a:lnTo>
                  <a:pt x="105100" y="1129862"/>
                </a:lnTo>
                <a:cubicBezTo>
                  <a:pt x="47055" y="1129862"/>
                  <a:pt x="0" y="1082807"/>
                  <a:pt x="0" y="1024762"/>
                </a:cubicBezTo>
                <a:lnTo>
                  <a:pt x="0" y="105100"/>
                </a:lnTo>
                <a:cubicBezTo>
                  <a:pt x="0" y="47094"/>
                  <a:pt x="47094" y="0"/>
                  <a:pt x="105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4A6D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56569" y="5907690"/>
            <a:ext cx="118241" cy="157655"/>
          </a:xfrm>
          <a:custGeom>
            <a:avLst/>
            <a:gdLst/>
            <a:ahLst/>
            <a:cxnLst/>
            <a:rect l="l" t="t" r="r" b="b"/>
            <a:pathLst>
              <a:path w="118241" h="157655">
                <a:moveTo>
                  <a:pt x="90190" y="118241"/>
                </a:moveTo>
                <a:cubicBezTo>
                  <a:pt x="92438" y="111375"/>
                  <a:pt x="96933" y="105155"/>
                  <a:pt x="102014" y="99797"/>
                </a:cubicBezTo>
                <a:cubicBezTo>
                  <a:pt x="112083" y="89204"/>
                  <a:pt x="118241" y="74886"/>
                  <a:pt x="118241" y="59121"/>
                </a:cubicBezTo>
                <a:cubicBezTo>
                  <a:pt x="118241" y="26481"/>
                  <a:pt x="91760" y="0"/>
                  <a:pt x="59121" y="0"/>
                </a:cubicBezTo>
                <a:cubicBezTo>
                  <a:pt x="26481" y="0"/>
                  <a:pt x="0" y="26481"/>
                  <a:pt x="0" y="59121"/>
                </a:cubicBezTo>
                <a:cubicBezTo>
                  <a:pt x="0" y="74886"/>
                  <a:pt x="6158" y="89204"/>
                  <a:pt x="16227" y="99797"/>
                </a:cubicBezTo>
                <a:cubicBezTo>
                  <a:pt x="21308" y="105155"/>
                  <a:pt x="25835" y="111375"/>
                  <a:pt x="28052" y="118241"/>
                </a:cubicBezTo>
                <a:lnTo>
                  <a:pt x="90159" y="118241"/>
                </a:lnTo>
                <a:close/>
                <a:moveTo>
                  <a:pt x="88681" y="133022"/>
                </a:moveTo>
                <a:lnTo>
                  <a:pt x="29560" y="133022"/>
                </a:lnTo>
                <a:lnTo>
                  <a:pt x="29560" y="137948"/>
                </a:lnTo>
                <a:cubicBezTo>
                  <a:pt x="29560" y="151558"/>
                  <a:pt x="40584" y="162582"/>
                  <a:pt x="54194" y="162582"/>
                </a:cubicBezTo>
                <a:lnTo>
                  <a:pt x="64047" y="162582"/>
                </a:lnTo>
                <a:cubicBezTo>
                  <a:pt x="77657" y="162582"/>
                  <a:pt x="88681" y="151558"/>
                  <a:pt x="88681" y="137948"/>
                </a:cubicBezTo>
                <a:lnTo>
                  <a:pt x="88681" y="133022"/>
                </a:lnTo>
                <a:close/>
                <a:moveTo>
                  <a:pt x="56657" y="34487"/>
                </a:moveTo>
                <a:cubicBezTo>
                  <a:pt x="44402" y="34487"/>
                  <a:pt x="34487" y="44402"/>
                  <a:pt x="34487" y="56657"/>
                </a:cubicBezTo>
                <a:cubicBezTo>
                  <a:pt x="34487" y="60753"/>
                  <a:pt x="31192" y="64047"/>
                  <a:pt x="27097" y="64047"/>
                </a:cubicBezTo>
                <a:cubicBezTo>
                  <a:pt x="23002" y="64047"/>
                  <a:pt x="19707" y="60753"/>
                  <a:pt x="19707" y="56657"/>
                </a:cubicBezTo>
                <a:cubicBezTo>
                  <a:pt x="19707" y="36242"/>
                  <a:pt x="36242" y="19707"/>
                  <a:pt x="56657" y="19707"/>
                </a:cubicBezTo>
                <a:cubicBezTo>
                  <a:pt x="60753" y="19707"/>
                  <a:pt x="64047" y="23002"/>
                  <a:pt x="64047" y="27097"/>
                </a:cubicBezTo>
                <a:cubicBezTo>
                  <a:pt x="64047" y="31192"/>
                  <a:pt x="60753" y="34487"/>
                  <a:pt x="56657" y="3448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5" name="Text 73"/>
          <p:cNvSpPr/>
          <p:nvPr/>
        </p:nvSpPr>
        <p:spPr>
          <a:xfrm>
            <a:off x="6516414" y="5863897"/>
            <a:ext cx="5255172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衍生应用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14966" y="6214241"/>
            <a:ext cx="1742966" cy="490483"/>
          </a:xfrm>
          <a:custGeom>
            <a:avLst/>
            <a:gdLst/>
            <a:ahLst/>
            <a:cxnLst/>
            <a:rect l="l" t="t" r="r" b="b"/>
            <a:pathLst>
              <a:path w="1742966" h="490483">
                <a:moveTo>
                  <a:pt x="70070" y="0"/>
                </a:moveTo>
                <a:lnTo>
                  <a:pt x="1672895" y="0"/>
                </a:lnTo>
                <a:cubicBezTo>
                  <a:pt x="1711594" y="0"/>
                  <a:pt x="1742966" y="31372"/>
                  <a:pt x="1742966" y="70070"/>
                </a:cubicBezTo>
                <a:lnTo>
                  <a:pt x="1742966" y="420412"/>
                </a:lnTo>
                <a:cubicBezTo>
                  <a:pt x="1742966" y="459111"/>
                  <a:pt x="1711594" y="490483"/>
                  <a:pt x="1672895" y="490483"/>
                </a:cubicBezTo>
                <a:lnTo>
                  <a:pt x="70070" y="490483"/>
                </a:lnTo>
                <a:cubicBezTo>
                  <a:pt x="31372" y="490483"/>
                  <a:pt x="0" y="459111"/>
                  <a:pt x="0" y="420412"/>
                </a:cubicBezTo>
                <a:lnTo>
                  <a:pt x="0" y="70070"/>
                </a:lnTo>
                <a:cubicBezTo>
                  <a:pt x="0" y="31372"/>
                  <a:pt x="31372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111247" y="6293069"/>
            <a:ext cx="157655" cy="157655"/>
          </a:xfrm>
          <a:custGeom>
            <a:avLst/>
            <a:gdLst/>
            <a:ahLst/>
            <a:cxnLst/>
            <a:rect l="l" t="t" r="r" b="b"/>
            <a:pathLst>
              <a:path w="157655" h="157655">
                <a:moveTo>
                  <a:pt x="85540" y="2648"/>
                </a:moveTo>
                <a:cubicBezTo>
                  <a:pt x="81753" y="-862"/>
                  <a:pt x="75902" y="-862"/>
                  <a:pt x="72146" y="2648"/>
                </a:cubicBezTo>
                <a:lnTo>
                  <a:pt x="3172" y="66696"/>
                </a:lnTo>
                <a:cubicBezTo>
                  <a:pt x="216" y="69467"/>
                  <a:pt x="-770" y="73747"/>
                  <a:pt x="708" y="77504"/>
                </a:cubicBezTo>
                <a:cubicBezTo>
                  <a:pt x="2186" y="81260"/>
                  <a:pt x="5789" y="83754"/>
                  <a:pt x="9853" y="83754"/>
                </a:cubicBezTo>
                <a:lnTo>
                  <a:pt x="14780" y="83754"/>
                </a:lnTo>
                <a:lnTo>
                  <a:pt x="14780" y="137948"/>
                </a:lnTo>
                <a:cubicBezTo>
                  <a:pt x="14780" y="148818"/>
                  <a:pt x="23617" y="157655"/>
                  <a:pt x="34487" y="157655"/>
                </a:cubicBezTo>
                <a:lnTo>
                  <a:pt x="123168" y="157655"/>
                </a:lnTo>
                <a:cubicBezTo>
                  <a:pt x="134038" y="157655"/>
                  <a:pt x="142875" y="148818"/>
                  <a:pt x="142875" y="137948"/>
                </a:cubicBezTo>
                <a:lnTo>
                  <a:pt x="142875" y="83754"/>
                </a:lnTo>
                <a:lnTo>
                  <a:pt x="147802" y="83754"/>
                </a:lnTo>
                <a:cubicBezTo>
                  <a:pt x="151866" y="83754"/>
                  <a:pt x="155500" y="81260"/>
                  <a:pt x="156978" y="77504"/>
                </a:cubicBezTo>
                <a:cubicBezTo>
                  <a:pt x="158456" y="73747"/>
                  <a:pt x="157470" y="69436"/>
                  <a:pt x="154514" y="66696"/>
                </a:cubicBezTo>
                <a:lnTo>
                  <a:pt x="85540" y="2648"/>
                </a:lnTo>
                <a:close/>
                <a:moveTo>
                  <a:pt x="73901" y="98534"/>
                </a:moveTo>
                <a:lnTo>
                  <a:pt x="83754" y="98534"/>
                </a:lnTo>
                <a:cubicBezTo>
                  <a:pt x="91914" y="98534"/>
                  <a:pt x="98534" y="105155"/>
                  <a:pt x="98534" y="113315"/>
                </a:cubicBezTo>
                <a:lnTo>
                  <a:pt x="98534" y="142875"/>
                </a:lnTo>
                <a:lnTo>
                  <a:pt x="59121" y="142875"/>
                </a:lnTo>
                <a:lnTo>
                  <a:pt x="59121" y="113315"/>
                </a:lnTo>
                <a:cubicBezTo>
                  <a:pt x="59121" y="105155"/>
                  <a:pt x="65741" y="98534"/>
                  <a:pt x="73901" y="9853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8" name="Text 76"/>
          <p:cNvSpPr/>
          <p:nvPr/>
        </p:nvSpPr>
        <p:spPr>
          <a:xfrm>
            <a:off x="6358759" y="6494517"/>
            <a:ext cx="1655379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8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智能家居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130874" y="6214241"/>
            <a:ext cx="1742966" cy="490483"/>
          </a:xfrm>
          <a:custGeom>
            <a:avLst/>
            <a:gdLst/>
            <a:ahLst/>
            <a:cxnLst/>
            <a:rect l="l" t="t" r="r" b="b"/>
            <a:pathLst>
              <a:path w="1742966" h="490483">
                <a:moveTo>
                  <a:pt x="70070" y="0"/>
                </a:moveTo>
                <a:lnTo>
                  <a:pt x="1672895" y="0"/>
                </a:lnTo>
                <a:cubicBezTo>
                  <a:pt x="1711594" y="0"/>
                  <a:pt x="1742966" y="31372"/>
                  <a:pt x="1742966" y="70070"/>
                </a:cubicBezTo>
                <a:lnTo>
                  <a:pt x="1742966" y="420412"/>
                </a:lnTo>
                <a:cubicBezTo>
                  <a:pt x="1742966" y="459111"/>
                  <a:pt x="1711594" y="490483"/>
                  <a:pt x="1672895" y="490483"/>
                </a:cubicBezTo>
                <a:lnTo>
                  <a:pt x="70070" y="490483"/>
                </a:lnTo>
                <a:cubicBezTo>
                  <a:pt x="31372" y="490483"/>
                  <a:pt x="0" y="459111"/>
                  <a:pt x="0" y="420412"/>
                </a:cubicBezTo>
                <a:lnTo>
                  <a:pt x="0" y="70070"/>
                </a:lnTo>
                <a:cubicBezTo>
                  <a:pt x="0" y="31372"/>
                  <a:pt x="31372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917302" y="6293069"/>
            <a:ext cx="177362" cy="157655"/>
          </a:xfrm>
          <a:custGeom>
            <a:avLst/>
            <a:gdLst/>
            <a:ahLst/>
            <a:cxnLst/>
            <a:rect l="l" t="t" r="r" b="b"/>
            <a:pathLst>
              <a:path w="177362" h="157655">
                <a:moveTo>
                  <a:pt x="29560" y="19707"/>
                </a:moveTo>
                <a:cubicBezTo>
                  <a:pt x="18691" y="19707"/>
                  <a:pt x="9853" y="28544"/>
                  <a:pt x="9853" y="39414"/>
                </a:cubicBezTo>
                <a:lnTo>
                  <a:pt x="9853" y="118241"/>
                </a:lnTo>
                <a:cubicBezTo>
                  <a:pt x="9853" y="129111"/>
                  <a:pt x="18691" y="137948"/>
                  <a:pt x="29560" y="137948"/>
                </a:cubicBezTo>
                <a:lnTo>
                  <a:pt x="108388" y="137948"/>
                </a:lnTo>
                <a:cubicBezTo>
                  <a:pt x="119258" y="137948"/>
                  <a:pt x="128095" y="129111"/>
                  <a:pt x="128095" y="118241"/>
                </a:cubicBezTo>
                <a:lnTo>
                  <a:pt x="128095" y="39414"/>
                </a:lnTo>
                <a:cubicBezTo>
                  <a:pt x="128095" y="28544"/>
                  <a:pt x="119258" y="19707"/>
                  <a:pt x="108388" y="19707"/>
                </a:cubicBezTo>
                <a:lnTo>
                  <a:pt x="29560" y="19707"/>
                </a:lnTo>
                <a:close/>
                <a:moveTo>
                  <a:pt x="142875" y="103461"/>
                </a:moveTo>
                <a:lnTo>
                  <a:pt x="165507" y="121567"/>
                </a:lnTo>
                <a:cubicBezTo>
                  <a:pt x="166800" y="122614"/>
                  <a:pt x="168402" y="123168"/>
                  <a:pt x="170064" y="123168"/>
                </a:cubicBezTo>
                <a:cubicBezTo>
                  <a:pt x="174098" y="123168"/>
                  <a:pt x="177362" y="119904"/>
                  <a:pt x="177362" y="115870"/>
                </a:cubicBezTo>
                <a:lnTo>
                  <a:pt x="177362" y="41785"/>
                </a:lnTo>
                <a:cubicBezTo>
                  <a:pt x="177362" y="37751"/>
                  <a:pt x="174098" y="34487"/>
                  <a:pt x="170064" y="34487"/>
                </a:cubicBezTo>
                <a:cubicBezTo>
                  <a:pt x="168402" y="34487"/>
                  <a:pt x="166800" y="35041"/>
                  <a:pt x="165507" y="36088"/>
                </a:cubicBezTo>
                <a:lnTo>
                  <a:pt x="142875" y="54194"/>
                </a:lnTo>
                <a:lnTo>
                  <a:pt x="142875" y="10346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1" name="Text 79"/>
          <p:cNvSpPr/>
          <p:nvPr/>
        </p:nvSpPr>
        <p:spPr>
          <a:xfrm>
            <a:off x="8174667" y="6494517"/>
            <a:ext cx="1655379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8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虚拟主播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946851" y="6214241"/>
            <a:ext cx="1742966" cy="490483"/>
          </a:xfrm>
          <a:custGeom>
            <a:avLst/>
            <a:gdLst/>
            <a:ahLst/>
            <a:cxnLst/>
            <a:rect l="l" t="t" r="r" b="b"/>
            <a:pathLst>
              <a:path w="1742966" h="490483">
                <a:moveTo>
                  <a:pt x="70070" y="0"/>
                </a:moveTo>
                <a:lnTo>
                  <a:pt x="1672895" y="0"/>
                </a:lnTo>
                <a:cubicBezTo>
                  <a:pt x="1711594" y="0"/>
                  <a:pt x="1742966" y="31372"/>
                  <a:pt x="1742966" y="70070"/>
                </a:cubicBezTo>
                <a:lnTo>
                  <a:pt x="1742966" y="420412"/>
                </a:lnTo>
                <a:cubicBezTo>
                  <a:pt x="1742966" y="459111"/>
                  <a:pt x="1711594" y="490483"/>
                  <a:pt x="1672895" y="490483"/>
                </a:cubicBezTo>
                <a:lnTo>
                  <a:pt x="70070" y="490483"/>
                </a:lnTo>
                <a:cubicBezTo>
                  <a:pt x="31372" y="490483"/>
                  <a:pt x="0" y="459111"/>
                  <a:pt x="0" y="420412"/>
                </a:cubicBezTo>
                <a:lnTo>
                  <a:pt x="0" y="70070"/>
                </a:lnTo>
                <a:cubicBezTo>
                  <a:pt x="0" y="31372"/>
                  <a:pt x="31372" y="0"/>
                  <a:pt x="700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743133" y="6293069"/>
            <a:ext cx="157655" cy="157655"/>
          </a:xfrm>
          <a:custGeom>
            <a:avLst/>
            <a:gdLst/>
            <a:ahLst/>
            <a:cxnLst/>
            <a:rect l="l" t="t" r="r" b="b"/>
            <a:pathLst>
              <a:path w="157655" h="157655">
                <a:moveTo>
                  <a:pt x="78828" y="33225"/>
                </a:moveTo>
                <a:lnTo>
                  <a:pt x="74209" y="26820"/>
                </a:lnTo>
                <a:cubicBezTo>
                  <a:pt x="66511" y="16166"/>
                  <a:pt x="54163" y="9853"/>
                  <a:pt x="40984" y="9853"/>
                </a:cubicBezTo>
                <a:cubicBezTo>
                  <a:pt x="18352" y="9853"/>
                  <a:pt x="0" y="28205"/>
                  <a:pt x="0" y="50838"/>
                </a:cubicBezTo>
                <a:lnTo>
                  <a:pt x="0" y="51638"/>
                </a:lnTo>
                <a:cubicBezTo>
                  <a:pt x="0" y="58905"/>
                  <a:pt x="1909" y="66418"/>
                  <a:pt x="5111" y="73901"/>
                </a:cubicBezTo>
                <a:lnTo>
                  <a:pt x="37751" y="73901"/>
                </a:lnTo>
                <a:cubicBezTo>
                  <a:pt x="38736" y="73901"/>
                  <a:pt x="39629" y="73316"/>
                  <a:pt x="40030" y="72392"/>
                </a:cubicBezTo>
                <a:lnTo>
                  <a:pt x="49821" y="48898"/>
                </a:lnTo>
                <a:cubicBezTo>
                  <a:pt x="50961" y="46188"/>
                  <a:pt x="53609" y="44402"/>
                  <a:pt x="56534" y="44341"/>
                </a:cubicBezTo>
                <a:cubicBezTo>
                  <a:pt x="59459" y="44279"/>
                  <a:pt x="62169" y="46003"/>
                  <a:pt x="63370" y="48682"/>
                </a:cubicBezTo>
                <a:lnTo>
                  <a:pt x="79166" y="83754"/>
                </a:lnTo>
                <a:lnTo>
                  <a:pt x="91914" y="58259"/>
                </a:lnTo>
                <a:cubicBezTo>
                  <a:pt x="93177" y="55764"/>
                  <a:pt x="95732" y="54163"/>
                  <a:pt x="98534" y="54163"/>
                </a:cubicBezTo>
                <a:cubicBezTo>
                  <a:pt x="101337" y="54163"/>
                  <a:pt x="103892" y="55734"/>
                  <a:pt x="105155" y="58259"/>
                </a:cubicBezTo>
                <a:lnTo>
                  <a:pt x="112299" y="72515"/>
                </a:lnTo>
                <a:cubicBezTo>
                  <a:pt x="112730" y="73347"/>
                  <a:pt x="113561" y="73870"/>
                  <a:pt x="114516" y="73870"/>
                </a:cubicBezTo>
                <a:lnTo>
                  <a:pt x="152574" y="73870"/>
                </a:lnTo>
                <a:cubicBezTo>
                  <a:pt x="155808" y="66388"/>
                  <a:pt x="157686" y="58874"/>
                  <a:pt x="157686" y="51607"/>
                </a:cubicBezTo>
                <a:lnTo>
                  <a:pt x="157686" y="50807"/>
                </a:lnTo>
                <a:cubicBezTo>
                  <a:pt x="157655" y="28205"/>
                  <a:pt x="139303" y="9853"/>
                  <a:pt x="116671" y="9853"/>
                </a:cubicBezTo>
                <a:cubicBezTo>
                  <a:pt x="103523" y="9853"/>
                  <a:pt x="91144" y="16166"/>
                  <a:pt x="83446" y="26820"/>
                </a:cubicBezTo>
                <a:lnTo>
                  <a:pt x="78828" y="33194"/>
                </a:lnTo>
                <a:close/>
                <a:moveTo>
                  <a:pt x="144599" y="88681"/>
                </a:moveTo>
                <a:lnTo>
                  <a:pt x="114485" y="88681"/>
                </a:lnTo>
                <a:cubicBezTo>
                  <a:pt x="107957" y="88681"/>
                  <a:pt x="101983" y="84986"/>
                  <a:pt x="99058" y="79136"/>
                </a:cubicBezTo>
                <a:lnTo>
                  <a:pt x="98534" y="78089"/>
                </a:lnTo>
                <a:lnTo>
                  <a:pt x="85448" y="104293"/>
                </a:lnTo>
                <a:cubicBezTo>
                  <a:pt x="84185" y="106848"/>
                  <a:pt x="81537" y="108450"/>
                  <a:pt x="78674" y="108388"/>
                </a:cubicBezTo>
                <a:cubicBezTo>
                  <a:pt x="75810" y="108326"/>
                  <a:pt x="73254" y="106633"/>
                  <a:pt x="72084" y="104046"/>
                </a:cubicBezTo>
                <a:lnTo>
                  <a:pt x="56904" y="70329"/>
                </a:lnTo>
                <a:lnTo>
                  <a:pt x="53671" y="78089"/>
                </a:lnTo>
                <a:cubicBezTo>
                  <a:pt x="50992" y="84524"/>
                  <a:pt x="44710" y="88712"/>
                  <a:pt x="37751" y="88712"/>
                </a:cubicBezTo>
                <a:lnTo>
                  <a:pt x="13056" y="88712"/>
                </a:lnTo>
                <a:cubicBezTo>
                  <a:pt x="27590" y="111436"/>
                  <a:pt x="50930" y="132344"/>
                  <a:pt x="65525" y="143491"/>
                </a:cubicBezTo>
                <a:cubicBezTo>
                  <a:pt x="69344" y="146385"/>
                  <a:pt x="74024" y="147833"/>
                  <a:pt x="78797" y="147833"/>
                </a:cubicBezTo>
                <a:cubicBezTo>
                  <a:pt x="83570" y="147833"/>
                  <a:pt x="88281" y="146416"/>
                  <a:pt x="92068" y="143491"/>
                </a:cubicBezTo>
                <a:cubicBezTo>
                  <a:pt x="106725" y="132313"/>
                  <a:pt x="130066" y="111406"/>
                  <a:pt x="144599" y="886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4" name="Text 82"/>
          <p:cNvSpPr/>
          <p:nvPr/>
        </p:nvSpPr>
        <p:spPr>
          <a:xfrm>
            <a:off x="9990644" y="6494517"/>
            <a:ext cx="1655379" cy="1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8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康复训练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echcrunch.com/03f9e902bb121e677bd8174d9532577d87c9987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2178" r="217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D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3088" y="235744"/>
            <a:ext cx="885825" cy="800100"/>
          </a:xfrm>
          <a:custGeom>
            <a:avLst/>
            <a:gdLst/>
            <a:ahLst/>
            <a:cxnLst/>
            <a:rect l="l" t="t" r="r" b="b"/>
            <a:pathLst>
              <a:path w="885825" h="800100">
                <a:moveTo>
                  <a:pt x="400050" y="0"/>
                </a:moveTo>
                <a:lnTo>
                  <a:pt x="485775" y="0"/>
                </a:lnTo>
                <a:cubicBezTo>
                  <a:pt x="706569" y="0"/>
                  <a:pt x="885825" y="179256"/>
                  <a:pt x="885825" y="400050"/>
                </a:cubicBezTo>
                <a:lnTo>
                  <a:pt x="885825" y="400050"/>
                </a:lnTo>
                <a:cubicBezTo>
                  <a:pt x="885825" y="620844"/>
                  <a:pt x="706569" y="800100"/>
                  <a:pt x="485775" y="800100"/>
                </a:cubicBezTo>
                <a:lnTo>
                  <a:pt x="400050" y="800100"/>
                </a:lnTo>
                <a:cubicBezTo>
                  <a:pt x="179256" y="800100"/>
                  <a:pt x="0" y="620844"/>
                  <a:pt x="0" y="400050"/>
                </a:cubicBezTo>
                <a:lnTo>
                  <a:pt x="0" y="400050"/>
                </a:lnTo>
                <a:cubicBezTo>
                  <a:pt x="0" y="179256"/>
                  <a:pt x="179256" y="0"/>
                  <a:pt x="4000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38825" y="392906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47506"/>
                </a:moveTo>
                <a:lnTo>
                  <a:pt x="135999" y="163235"/>
                </a:lnTo>
                <a:cubicBezTo>
                  <a:pt x="131891" y="167789"/>
                  <a:pt x="132070" y="174843"/>
                  <a:pt x="136446" y="179219"/>
                </a:cubicBezTo>
                <a:cubicBezTo>
                  <a:pt x="163681" y="206454"/>
                  <a:pt x="207883" y="206454"/>
                  <a:pt x="235119" y="179219"/>
                </a:cubicBezTo>
                <a:lnTo>
                  <a:pt x="263515" y="150822"/>
                </a:lnTo>
                <a:cubicBezTo>
                  <a:pt x="267266" y="147072"/>
                  <a:pt x="271998" y="145018"/>
                  <a:pt x="276820" y="144661"/>
                </a:cubicBezTo>
                <a:cubicBezTo>
                  <a:pt x="282893" y="144125"/>
                  <a:pt x="289143" y="146179"/>
                  <a:pt x="293787" y="150822"/>
                </a:cubicBezTo>
                <a:lnTo>
                  <a:pt x="451485" y="307181"/>
                </a:lnTo>
                <a:lnTo>
                  <a:pt x="514350" y="257175"/>
                </a:lnTo>
                <a:lnTo>
                  <a:pt x="514350" y="0"/>
                </a:lnTo>
                <a:lnTo>
                  <a:pt x="414338" y="57150"/>
                </a:lnTo>
                <a:lnTo>
                  <a:pt x="393085" y="42952"/>
                </a:lnTo>
                <a:cubicBezTo>
                  <a:pt x="378976" y="33576"/>
                  <a:pt x="362456" y="28575"/>
                  <a:pt x="345490" y="28575"/>
                </a:cubicBezTo>
                <a:lnTo>
                  <a:pt x="282625" y="28575"/>
                </a:lnTo>
                <a:cubicBezTo>
                  <a:pt x="281642" y="28575"/>
                  <a:pt x="280571" y="28575"/>
                  <a:pt x="279589" y="28664"/>
                </a:cubicBezTo>
                <a:cubicBezTo>
                  <a:pt x="264497" y="29468"/>
                  <a:pt x="250299" y="36255"/>
                  <a:pt x="240119" y="47506"/>
                </a:cubicBezTo>
                <a:close/>
                <a:moveTo>
                  <a:pt x="104120" y="134570"/>
                </a:moveTo>
                <a:lnTo>
                  <a:pt x="199489" y="28575"/>
                </a:lnTo>
                <a:lnTo>
                  <a:pt x="164128" y="28575"/>
                </a:lnTo>
                <a:cubicBezTo>
                  <a:pt x="141357" y="28575"/>
                  <a:pt x="119569" y="37594"/>
                  <a:pt x="103495" y="53667"/>
                </a:cubicBezTo>
                <a:lnTo>
                  <a:pt x="0" y="171450"/>
                </a:lnTo>
                <a:lnTo>
                  <a:pt x="0" y="485775"/>
                </a:lnTo>
                <a:lnTo>
                  <a:pt x="128588" y="364331"/>
                </a:lnTo>
                <a:lnTo>
                  <a:pt x="139660" y="373529"/>
                </a:lnTo>
                <a:cubicBezTo>
                  <a:pt x="160199" y="390674"/>
                  <a:pt x="186095" y="400050"/>
                  <a:pt x="212794" y="400050"/>
                </a:cubicBezTo>
                <a:lnTo>
                  <a:pt x="226814" y="400050"/>
                </a:lnTo>
                <a:lnTo>
                  <a:pt x="220563" y="393799"/>
                </a:lnTo>
                <a:cubicBezTo>
                  <a:pt x="212169" y="385405"/>
                  <a:pt x="212169" y="371832"/>
                  <a:pt x="220563" y="363528"/>
                </a:cubicBezTo>
                <a:cubicBezTo>
                  <a:pt x="228957" y="355223"/>
                  <a:pt x="242530" y="355134"/>
                  <a:pt x="250835" y="363528"/>
                </a:cubicBezTo>
                <a:lnTo>
                  <a:pt x="287447" y="400139"/>
                </a:lnTo>
                <a:lnTo>
                  <a:pt x="295483" y="400139"/>
                </a:lnTo>
                <a:cubicBezTo>
                  <a:pt x="312539" y="400139"/>
                  <a:pt x="329238" y="396300"/>
                  <a:pt x="344418" y="389156"/>
                </a:cubicBezTo>
                <a:lnTo>
                  <a:pt x="320576" y="365224"/>
                </a:lnTo>
                <a:cubicBezTo>
                  <a:pt x="312182" y="356830"/>
                  <a:pt x="312182" y="343257"/>
                  <a:pt x="320576" y="334953"/>
                </a:cubicBezTo>
                <a:cubicBezTo>
                  <a:pt x="328970" y="326648"/>
                  <a:pt x="342543" y="326559"/>
                  <a:pt x="350847" y="334953"/>
                </a:cubicBezTo>
                <a:lnTo>
                  <a:pt x="379422" y="363528"/>
                </a:lnTo>
                <a:lnTo>
                  <a:pt x="395049" y="347901"/>
                </a:lnTo>
                <a:cubicBezTo>
                  <a:pt x="402997" y="339953"/>
                  <a:pt x="405319" y="328434"/>
                  <a:pt x="401836" y="318343"/>
                </a:cubicBezTo>
                <a:lnTo>
                  <a:pt x="278696" y="196185"/>
                </a:lnTo>
                <a:lnTo>
                  <a:pt x="265390" y="209490"/>
                </a:lnTo>
                <a:cubicBezTo>
                  <a:pt x="221367" y="253514"/>
                  <a:pt x="150108" y="253514"/>
                  <a:pt x="106085" y="209490"/>
                </a:cubicBezTo>
                <a:cubicBezTo>
                  <a:pt x="85546" y="188952"/>
                  <a:pt x="84743" y="156002"/>
                  <a:pt x="104120" y="1344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3"/>
          <p:cNvSpPr/>
          <p:nvPr/>
        </p:nvSpPr>
        <p:spPr>
          <a:xfrm>
            <a:off x="4810125" y="1264444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谢谢聆听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198834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5E8B7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4905375" y="2255044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期待您的宝贵意见与指导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77829" y="2831306"/>
            <a:ext cx="3838575" cy="3028950"/>
          </a:xfrm>
          <a:custGeom>
            <a:avLst/>
            <a:gdLst/>
            <a:ahLst/>
            <a:cxnLst/>
            <a:rect l="l" t="t" r="r" b="b"/>
            <a:pathLst>
              <a:path w="3838575" h="3028950">
                <a:moveTo>
                  <a:pt x="152386" y="0"/>
                </a:moveTo>
                <a:lnTo>
                  <a:pt x="3686189" y="0"/>
                </a:lnTo>
                <a:cubicBezTo>
                  <a:pt x="3770349" y="0"/>
                  <a:pt x="3838575" y="68226"/>
                  <a:pt x="3838575" y="152386"/>
                </a:cubicBezTo>
                <a:lnTo>
                  <a:pt x="3838575" y="2876564"/>
                </a:lnTo>
                <a:cubicBezTo>
                  <a:pt x="3838575" y="2960724"/>
                  <a:pt x="3770349" y="3028950"/>
                  <a:pt x="3686189" y="3028950"/>
                </a:cubicBezTo>
                <a:lnTo>
                  <a:pt x="152386" y="3028950"/>
                </a:lnTo>
                <a:cubicBezTo>
                  <a:pt x="68226" y="3028950"/>
                  <a:pt x="0" y="2960724"/>
                  <a:pt x="0" y="287656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0658" y="31408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072583" y="333136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9"/>
          <p:cNvSpPr/>
          <p:nvPr/>
        </p:nvSpPr>
        <p:spPr>
          <a:xfrm>
            <a:off x="4444529" y="3902869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团队信息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54054" y="4245769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电气2501班D组第二小组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54054" y="4474369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胡越 · 饶大联 · 熊子恒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71667" y="31408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833592" y="333136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4"/>
          <p:cNvSpPr/>
          <p:nvPr/>
        </p:nvSpPr>
        <p:spPr>
          <a:xfrm>
            <a:off x="6205538" y="3902869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指导老师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5063" y="4245769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尹仕 教授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5063" y="4474369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华中科技大学电气学院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87391" y="4898231"/>
            <a:ext cx="3219450" cy="9525"/>
          </a:xfrm>
          <a:custGeom>
            <a:avLst/>
            <a:gdLst/>
            <a:ahLst/>
            <a:cxnLst/>
            <a:rect l="l" t="t" r="r" b="b"/>
            <a:pathLst>
              <a:path w="3219450" h="9525">
                <a:moveTo>
                  <a:pt x="0" y="0"/>
                </a:moveTo>
                <a:lnTo>
                  <a:pt x="3219450" y="0"/>
                </a:lnTo>
                <a:lnTo>
                  <a:pt x="32194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454054" y="5131594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电工电子工程基础I · 2025-2026学年第一学期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58816" y="5398294"/>
            <a:ext cx="327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+ Arduino UNO 作品结题答辩 · 2026年2月25日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895850" y="6174581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00625" y="630316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2"/>
          <p:cNvSpPr/>
          <p:nvPr/>
        </p:nvSpPr>
        <p:spPr>
          <a:xfrm>
            <a:off x="5500688" y="6226969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"AI+硬件" 让创新无界限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00688" y="6417469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 Fusion Control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基于多模态融合的4自由度机械臂智能控制系统</dc:title>
  <dc:subject>基于多模态融合的4自由度机械臂智能控制系统</dc:subject>
  <dc:creator>Kimi</dc:creator>
  <cp:lastModifiedBy>Kimi</cp:lastModifiedBy>
  <cp:revision>1</cp:revision>
  <dcterms:created xsi:type="dcterms:W3CDTF">2026-02-25T10:54:08Z</dcterms:created>
  <dcterms:modified xsi:type="dcterms:W3CDTF">2026-02-25T10:54:08Z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基于多模态融合的4自由度机械臂智能控制系统","ContentProducer":"001191110108MACG2KBH8F10000","ProduceID":"19c9457b-7072-80c4-8000-0000f3b751dd","ReservedCode1":"","ContentPropagator":"001191110108MACG2KBH8F20000","PropagateID":"19c9457b-7072-80c4-8000-0000f3b751dd","ReservedCode2":""}</vt:lpwstr>
  </property>
</Properties>
</file>